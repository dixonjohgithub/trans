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sldIdLst>
    <p:sldId id="290" r:id="rId2"/>
    <p:sldId id="291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4" userDrawn="1">
          <p15:clr>
            <a:srgbClr val="A4A3A4"/>
          </p15:clr>
        </p15:guide>
        <p15:guide id="2" pos="415" userDrawn="1">
          <p15:clr>
            <a:srgbClr val="A4A3A4"/>
          </p15:clr>
        </p15:guide>
        <p15:guide id="3" orient="horz" pos="3906" userDrawn="1">
          <p15:clr>
            <a:srgbClr val="A4A3A4"/>
          </p15:clr>
        </p15:guide>
        <p15:guide id="4" pos="72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E4300"/>
    <a:srgbClr val="581700"/>
    <a:srgbClr val="3D0F08"/>
    <a:srgbClr val="67CFD4"/>
    <a:srgbClr val="4AA99B"/>
    <a:srgbClr val="25C5C3"/>
    <a:srgbClr val="27C5C4"/>
    <a:srgbClr val="B7FB55"/>
    <a:srgbClr val="010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013B37-E862-4AA8-B110-1189739A714D}" v="832" dt="2025-05-29T10:01:20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87886" autoAdjust="0"/>
  </p:normalViewPr>
  <p:slideViewPr>
    <p:cSldViewPr snapToGrid="0" showGuides="1">
      <p:cViewPr>
        <p:scale>
          <a:sx n="50" d="100"/>
          <a:sy n="50" d="100"/>
        </p:scale>
        <p:origin x="2802" y="972"/>
      </p:cViewPr>
      <p:guideLst>
        <p:guide orient="horz" pos="414"/>
        <p:guide pos="415"/>
        <p:guide orient="horz" pos="3906"/>
        <p:guide pos="72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440000" cy="144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zamudheen" userId="a4881bcb-6c30-427b-8601-960e2ff6c945" providerId="ADAL" clId="{B5013B37-E862-4AA8-B110-1189739A714D}"/>
    <pc:docChg chg="undo custSel addSld delSld modSld">
      <pc:chgData name="Nizamudheen" userId="a4881bcb-6c30-427b-8601-960e2ff6c945" providerId="ADAL" clId="{B5013B37-E862-4AA8-B110-1189739A714D}" dt="2025-05-30T05:16:33.836" v="2292" actId="478"/>
      <pc:docMkLst>
        <pc:docMk/>
      </pc:docMkLst>
      <pc:sldChg chg="addSp delSp modSp del mod setBg">
        <pc:chgData name="Nizamudheen" userId="a4881bcb-6c30-427b-8601-960e2ff6c945" providerId="ADAL" clId="{B5013B37-E862-4AA8-B110-1189739A714D}" dt="2025-05-29T08:21:11.989" v="2211" actId="47"/>
        <pc:sldMkLst>
          <pc:docMk/>
          <pc:sldMk cId="814081424" sldId="288"/>
        </pc:sldMkLst>
        <pc:picChg chg="add mod">
          <ac:chgData name="Nizamudheen" userId="a4881bcb-6c30-427b-8601-960e2ff6c945" providerId="ADAL" clId="{B5013B37-E862-4AA8-B110-1189739A714D}" dt="2025-05-29T03:38:13.487" v="397" actId="1076"/>
          <ac:picMkLst>
            <pc:docMk/>
            <pc:sldMk cId="814081424" sldId="288"/>
            <ac:picMk id="4" creationId="{7C91B281-AD56-74B1-DDD3-2846DA30FD5D}"/>
          </ac:picMkLst>
        </pc:picChg>
      </pc:sldChg>
      <pc:sldChg chg="addSp delSp modSp add del mod setBg">
        <pc:chgData name="Nizamudheen" userId="a4881bcb-6c30-427b-8601-960e2ff6c945" providerId="ADAL" clId="{B5013B37-E862-4AA8-B110-1189739A714D}" dt="2025-05-29T08:21:31.905" v="2212" actId="47"/>
        <pc:sldMkLst>
          <pc:docMk/>
          <pc:sldMk cId="1012427449" sldId="289"/>
        </pc:sldMkLst>
        <pc:spChg chg="del mod">
          <ac:chgData name="Nizamudheen" userId="a4881bcb-6c30-427b-8601-960e2ff6c945" providerId="ADAL" clId="{B5013B37-E862-4AA8-B110-1189739A714D}" dt="2025-05-29T03:54:26.518" v="548" actId="478"/>
          <ac:spMkLst>
            <pc:docMk/>
            <pc:sldMk cId="1012427449" sldId="289"/>
            <ac:spMk id="8" creationId="{E11E29DE-9E08-2E74-6096-26C307AE63A0}"/>
          </ac:spMkLst>
        </pc:spChg>
        <pc:spChg chg="mod">
          <ac:chgData name="Nizamudheen" userId="a4881bcb-6c30-427b-8601-960e2ff6c945" providerId="ADAL" clId="{B5013B37-E862-4AA8-B110-1189739A714D}" dt="2025-05-29T06:21:47.764" v="2087" actId="2711"/>
          <ac:spMkLst>
            <pc:docMk/>
            <pc:sldMk cId="1012427449" sldId="289"/>
            <ac:spMk id="9" creationId="{85CCA290-7DE2-6153-719D-295143A9CE8B}"/>
          </ac:spMkLst>
        </pc:spChg>
        <pc:spChg chg="mod topLvl">
          <ac:chgData name="Nizamudheen" userId="a4881bcb-6c30-427b-8601-960e2ff6c945" providerId="ADAL" clId="{B5013B37-E862-4AA8-B110-1189739A714D}" dt="2025-05-29T03:54:25.158" v="547" actId="165"/>
          <ac:spMkLst>
            <pc:docMk/>
            <pc:sldMk cId="1012427449" sldId="289"/>
            <ac:spMk id="11" creationId="{7B9DF4EC-7BAA-D762-92C1-35EEF407FD51}"/>
          </ac:spMkLst>
        </pc:spChg>
        <pc:spChg chg="mod topLvl">
          <ac:chgData name="Nizamudheen" userId="a4881bcb-6c30-427b-8601-960e2ff6c945" providerId="ADAL" clId="{B5013B37-E862-4AA8-B110-1189739A714D}" dt="2025-05-29T03:54:25.158" v="547" actId="165"/>
          <ac:spMkLst>
            <pc:docMk/>
            <pc:sldMk cId="1012427449" sldId="289"/>
            <ac:spMk id="12" creationId="{6ECB1E78-8698-8AAB-3012-E6CA5BB454B2}"/>
          </ac:spMkLst>
        </pc:spChg>
        <pc:spChg chg="mod topLvl">
          <ac:chgData name="Nizamudheen" userId="a4881bcb-6c30-427b-8601-960e2ff6c945" providerId="ADAL" clId="{B5013B37-E862-4AA8-B110-1189739A714D}" dt="2025-05-29T03:54:25.158" v="547" actId="165"/>
          <ac:spMkLst>
            <pc:docMk/>
            <pc:sldMk cId="1012427449" sldId="289"/>
            <ac:spMk id="14" creationId="{EEAD74A8-6278-0A38-C86D-FBCCAAA715D9}"/>
          </ac:spMkLst>
        </pc:spChg>
        <pc:spChg chg="mod topLvl">
          <ac:chgData name="Nizamudheen" userId="a4881bcb-6c30-427b-8601-960e2ff6c945" providerId="ADAL" clId="{B5013B37-E862-4AA8-B110-1189739A714D}" dt="2025-05-29T03:54:25.158" v="547" actId="165"/>
          <ac:spMkLst>
            <pc:docMk/>
            <pc:sldMk cId="1012427449" sldId="289"/>
            <ac:spMk id="15" creationId="{5006610D-E419-2BDB-FE44-B3EB29EF4573}"/>
          </ac:spMkLst>
        </pc:spChg>
        <pc:spChg chg="add mod ord topLvl">
          <ac:chgData name="Nizamudheen" userId="a4881bcb-6c30-427b-8601-960e2ff6c945" providerId="ADAL" clId="{B5013B37-E862-4AA8-B110-1189739A714D}" dt="2025-05-29T06:11:16.492" v="2057" actId="1036"/>
          <ac:spMkLst>
            <pc:docMk/>
            <pc:sldMk cId="1012427449" sldId="289"/>
            <ac:spMk id="15" creationId="{5E758CB1-07F2-069F-856B-B6081343F21E}"/>
          </ac:spMkLst>
        </pc:spChg>
        <pc:spChg chg="add mod topLvl">
          <ac:chgData name="Nizamudheen" userId="a4881bcb-6c30-427b-8601-960e2ff6c945" providerId="ADAL" clId="{B5013B37-E862-4AA8-B110-1189739A714D}" dt="2025-05-29T06:22:00.935" v="2088" actId="2711"/>
          <ac:spMkLst>
            <pc:docMk/>
            <pc:sldMk cId="1012427449" sldId="289"/>
            <ac:spMk id="16" creationId="{48367163-B0FD-AF3C-F5BB-3560AD80A6D8}"/>
          </ac:spMkLst>
        </pc:spChg>
        <pc:spChg chg="add mod topLvl">
          <ac:chgData name="Nizamudheen" userId="a4881bcb-6c30-427b-8601-960e2ff6c945" providerId="ADAL" clId="{B5013B37-E862-4AA8-B110-1189739A714D}" dt="2025-05-29T05:55:24.041" v="1911" actId="165"/>
          <ac:spMkLst>
            <pc:docMk/>
            <pc:sldMk cId="1012427449" sldId="289"/>
            <ac:spMk id="17" creationId="{C8337C83-69B8-AC51-5AAC-51BB42CF1F26}"/>
          </ac:spMkLst>
        </pc:spChg>
        <pc:spChg chg="add mod topLvl">
          <ac:chgData name="Nizamudheen" userId="a4881bcb-6c30-427b-8601-960e2ff6c945" providerId="ADAL" clId="{B5013B37-E862-4AA8-B110-1189739A714D}" dt="2025-05-29T05:55:02.475" v="1905" actId="164"/>
          <ac:spMkLst>
            <pc:docMk/>
            <pc:sldMk cId="1012427449" sldId="289"/>
            <ac:spMk id="19" creationId="{CFF5D6C9-3BB1-059E-7E5C-E79D13821541}"/>
          </ac:spMkLst>
        </pc:spChg>
        <pc:spChg chg="add mod topLvl">
          <ac:chgData name="Nizamudheen" userId="a4881bcb-6c30-427b-8601-960e2ff6c945" providerId="ADAL" clId="{B5013B37-E862-4AA8-B110-1189739A714D}" dt="2025-05-29T05:55:02.475" v="1905" actId="164"/>
          <ac:spMkLst>
            <pc:docMk/>
            <pc:sldMk cId="1012427449" sldId="289"/>
            <ac:spMk id="20" creationId="{2F1C2354-1D62-9B83-D123-6345F210D999}"/>
          </ac:spMkLst>
        </pc:spChg>
        <pc:spChg chg="del mod">
          <ac:chgData name="Nizamudheen" userId="a4881bcb-6c30-427b-8601-960e2ff6c945" providerId="ADAL" clId="{B5013B37-E862-4AA8-B110-1189739A714D}" dt="2025-05-29T04:08:38.836" v="839" actId="478"/>
          <ac:spMkLst>
            <pc:docMk/>
            <pc:sldMk cId="1012427449" sldId="289"/>
            <ac:spMk id="20" creationId="{F3D68FDD-23C8-D178-C933-E8C2F402A4A8}"/>
          </ac:spMkLst>
        </pc:spChg>
        <pc:spChg chg="del mod topLvl">
          <ac:chgData name="Nizamudheen" userId="a4881bcb-6c30-427b-8601-960e2ff6c945" providerId="ADAL" clId="{B5013B37-E862-4AA8-B110-1189739A714D}" dt="2025-05-29T04:15:30.020" v="981"/>
          <ac:spMkLst>
            <pc:docMk/>
            <pc:sldMk cId="1012427449" sldId="289"/>
            <ac:spMk id="21" creationId="{A6B79CF8-3C68-4EF7-5FF2-F88387ED7544}"/>
          </ac:spMkLst>
        </pc:spChg>
        <pc:spChg chg="add mod topLvl">
          <ac:chgData name="Nizamudheen" userId="a4881bcb-6c30-427b-8601-960e2ff6c945" providerId="ADAL" clId="{B5013B37-E862-4AA8-B110-1189739A714D}" dt="2025-05-29T06:22:34.901" v="2089" actId="2711"/>
          <ac:spMkLst>
            <pc:docMk/>
            <pc:sldMk cId="1012427449" sldId="289"/>
            <ac:spMk id="22" creationId="{C559AECD-467B-B69A-C741-19C2B3F0CDA3}"/>
          </ac:spMkLst>
        </pc:spChg>
        <pc:spChg chg="del">
          <ac:chgData name="Nizamudheen" userId="a4881bcb-6c30-427b-8601-960e2ff6c945" providerId="ADAL" clId="{B5013B37-E862-4AA8-B110-1189739A714D}" dt="2025-05-29T04:13:27.391" v="928" actId="478"/>
          <ac:spMkLst>
            <pc:docMk/>
            <pc:sldMk cId="1012427449" sldId="289"/>
            <ac:spMk id="22" creationId="{F9DC4866-F148-DD22-EEEF-06F10C3FA147}"/>
          </ac:spMkLst>
        </pc:spChg>
        <pc:spChg chg="del mod">
          <ac:chgData name="Nizamudheen" userId="a4881bcb-6c30-427b-8601-960e2ff6c945" providerId="ADAL" clId="{B5013B37-E862-4AA8-B110-1189739A714D}" dt="2025-05-29T04:15:30.020" v="981"/>
          <ac:spMkLst>
            <pc:docMk/>
            <pc:sldMk cId="1012427449" sldId="289"/>
            <ac:spMk id="23" creationId="{3F650C01-E286-9A3D-B1D2-9DE9FB0AD831}"/>
          </ac:spMkLst>
        </pc:spChg>
        <pc:spChg chg="add mod topLvl">
          <ac:chgData name="Nizamudheen" userId="a4881bcb-6c30-427b-8601-960e2ff6c945" providerId="ADAL" clId="{B5013B37-E862-4AA8-B110-1189739A714D}" dt="2025-05-29T05:55:24.041" v="1911" actId="165"/>
          <ac:spMkLst>
            <pc:docMk/>
            <pc:sldMk cId="1012427449" sldId="289"/>
            <ac:spMk id="23" creationId="{5BBC5B35-9056-9AB3-B12D-E289C9498E2C}"/>
          </ac:spMkLst>
        </pc:spChg>
        <pc:spChg chg="del mod">
          <ac:chgData name="Nizamudheen" userId="a4881bcb-6c30-427b-8601-960e2ff6c945" providerId="ADAL" clId="{B5013B37-E862-4AA8-B110-1189739A714D}" dt="2025-05-29T04:15:30.020" v="981"/>
          <ac:spMkLst>
            <pc:docMk/>
            <pc:sldMk cId="1012427449" sldId="289"/>
            <ac:spMk id="24" creationId="{84440425-ED0E-E773-24F3-6E664A929D44}"/>
          </ac:spMkLst>
        </pc:spChg>
        <pc:spChg chg="add mod topLvl">
          <ac:chgData name="Nizamudheen" userId="a4881bcb-6c30-427b-8601-960e2ff6c945" providerId="ADAL" clId="{B5013B37-E862-4AA8-B110-1189739A714D}" dt="2025-05-29T06:11:16.492" v="2057" actId="1036"/>
          <ac:spMkLst>
            <pc:docMk/>
            <pc:sldMk cId="1012427449" sldId="289"/>
            <ac:spMk id="25" creationId="{5A6F47FF-D5B3-1543-F1C4-016838BCD86E}"/>
          </ac:spMkLst>
        </pc:spChg>
        <pc:spChg chg="del">
          <ac:chgData name="Nizamudheen" userId="a4881bcb-6c30-427b-8601-960e2ff6c945" providerId="ADAL" clId="{B5013B37-E862-4AA8-B110-1189739A714D}" dt="2025-05-29T04:07:46.769" v="827" actId="478"/>
          <ac:spMkLst>
            <pc:docMk/>
            <pc:sldMk cId="1012427449" sldId="289"/>
            <ac:spMk id="25" creationId="{F2FEF28C-F854-5380-D0A2-E7834F1DECA2}"/>
          </ac:spMkLst>
        </pc:spChg>
        <pc:spChg chg="del mod topLvl">
          <ac:chgData name="Nizamudheen" userId="a4881bcb-6c30-427b-8601-960e2ff6c945" providerId="ADAL" clId="{B5013B37-E862-4AA8-B110-1189739A714D}" dt="2025-05-29T04:15:30.020" v="981"/>
          <ac:spMkLst>
            <pc:docMk/>
            <pc:sldMk cId="1012427449" sldId="289"/>
            <ac:spMk id="26" creationId="{7553B546-1DBE-9CA5-6D5A-3EB93F3FA7F0}"/>
          </ac:spMkLst>
        </pc:spChg>
        <pc:spChg chg="del mod">
          <ac:chgData name="Nizamudheen" userId="a4881bcb-6c30-427b-8601-960e2ff6c945" providerId="ADAL" clId="{B5013B37-E862-4AA8-B110-1189739A714D}" dt="2025-05-29T04:15:30.020" v="981"/>
          <ac:spMkLst>
            <pc:docMk/>
            <pc:sldMk cId="1012427449" sldId="289"/>
            <ac:spMk id="27" creationId="{42459810-B5EF-3AD7-0C89-695087AB9201}"/>
          </ac:spMkLst>
        </pc:spChg>
        <pc:spChg chg="mod topLvl">
          <ac:chgData name="Nizamudheen" userId="a4881bcb-6c30-427b-8601-960e2ff6c945" providerId="ADAL" clId="{B5013B37-E862-4AA8-B110-1189739A714D}" dt="2025-05-29T05:46:07.062" v="1806" actId="164"/>
          <ac:spMkLst>
            <pc:docMk/>
            <pc:sldMk cId="1012427449" sldId="289"/>
            <ac:spMk id="32" creationId="{FFC8E726-7D47-BCFF-571E-AFD22B435670}"/>
          </ac:spMkLst>
        </pc:spChg>
        <pc:spChg chg="mod topLvl">
          <ac:chgData name="Nizamudheen" userId="a4881bcb-6c30-427b-8601-960e2ff6c945" providerId="ADAL" clId="{B5013B37-E862-4AA8-B110-1189739A714D}" dt="2025-05-29T05:46:07.062" v="1806" actId="164"/>
          <ac:spMkLst>
            <pc:docMk/>
            <pc:sldMk cId="1012427449" sldId="289"/>
            <ac:spMk id="33" creationId="{4EF1731B-E872-9085-C2F1-93896CE4FB92}"/>
          </ac:spMkLst>
        </pc:spChg>
        <pc:spChg chg="mod topLvl">
          <ac:chgData name="Nizamudheen" userId="a4881bcb-6c30-427b-8601-960e2ff6c945" providerId="ADAL" clId="{B5013B37-E862-4AA8-B110-1189739A714D}" dt="2025-05-29T05:46:07.062" v="1806" actId="164"/>
          <ac:spMkLst>
            <pc:docMk/>
            <pc:sldMk cId="1012427449" sldId="289"/>
            <ac:spMk id="34" creationId="{202A1535-4E00-8DC8-C5D4-7512A97B3B29}"/>
          </ac:spMkLst>
        </pc:spChg>
        <pc:spChg chg="del mod">
          <ac:chgData name="Nizamudheen" userId="a4881bcb-6c30-427b-8601-960e2ff6c945" providerId="ADAL" clId="{B5013B37-E862-4AA8-B110-1189739A714D}" dt="2025-05-29T04:15:30.020" v="981"/>
          <ac:spMkLst>
            <pc:docMk/>
            <pc:sldMk cId="1012427449" sldId="289"/>
            <ac:spMk id="36" creationId="{1D7176A4-D529-BFB9-52C9-FEC5A825A04D}"/>
          </ac:spMkLst>
        </pc:spChg>
        <pc:spChg chg="mod topLvl">
          <ac:chgData name="Nizamudheen" userId="a4881bcb-6c30-427b-8601-960e2ff6c945" providerId="ADAL" clId="{B5013B37-E862-4AA8-B110-1189739A714D}" dt="2025-05-29T05:46:07.062" v="1806" actId="164"/>
          <ac:spMkLst>
            <pc:docMk/>
            <pc:sldMk cId="1012427449" sldId="289"/>
            <ac:spMk id="36" creationId="{9EE700DB-2E0C-6591-630B-62FFF1C467F0}"/>
          </ac:spMkLst>
        </pc:spChg>
        <pc:spChg chg="mod topLvl">
          <ac:chgData name="Nizamudheen" userId="a4881bcb-6c30-427b-8601-960e2ff6c945" providerId="ADAL" clId="{B5013B37-E862-4AA8-B110-1189739A714D}" dt="2025-05-29T05:46:07.062" v="1806" actId="164"/>
          <ac:spMkLst>
            <pc:docMk/>
            <pc:sldMk cId="1012427449" sldId="289"/>
            <ac:spMk id="37" creationId="{10EE8F9A-BA48-F7F3-7130-CDC071444886}"/>
          </ac:spMkLst>
        </pc:spChg>
        <pc:spChg chg="mod topLvl">
          <ac:chgData name="Nizamudheen" userId="a4881bcb-6c30-427b-8601-960e2ff6c945" providerId="ADAL" clId="{B5013B37-E862-4AA8-B110-1189739A714D}" dt="2025-05-29T05:46:07.062" v="1806" actId="164"/>
          <ac:spMkLst>
            <pc:docMk/>
            <pc:sldMk cId="1012427449" sldId="289"/>
            <ac:spMk id="39" creationId="{0555D73C-5376-0903-2A9F-FA49113663A3}"/>
          </ac:spMkLst>
        </pc:spChg>
        <pc:spChg chg="mod topLvl">
          <ac:chgData name="Nizamudheen" userId="a4881bcb-6c30-427b-8601-960e2ff6c945" providerId="ADAL" clId="{B5013B37-E862-4AA8-B110-1189739A714D}" dt="2025-05-29T05:46:07.062" v="1806" actId="164"/>
          <ac:spMkLst>
            <pc:docMk/>
            <pc:sldMk cId="1012427449" sldId="289"/>
            <ac:spMk id="40" creationId="{5BA36680-FF52-448C-4EA8-8BD29F664369}"/>
          </ac:spMkLst>
        </pc:spChg>
        <pc:spChg chg="mod topLvl">
          <ac:chgData name="Nizamudheen" userId="a4881bcb-6c30-427b-8601-960e2ff6c945" providerId="ADAL" clId="{B5013B37-E862-4AA8-B110-1189739A714D}" dt="2025-05-29T05:46:07.062" v="1806" actId="164"/>
          <ac:spMkLst>
            <pc:docMk/>
            <pc:sldMk cId="1012427449" sldId="289"/>
            <ac:spMk id="41" creationId="{EA120F7C-A18E-E398-CBF3-A2BDEBC79F4B}"/>
          </ac:spMkLst>
        </pc:spChg>
        <pc:spChg chg="mod topLvl">
          <ac:chgData name="Nizamudheen" userId="a4881bcb-6c30-427b-8601-960e2ff6c945" providerId="ADAL" clId="{B5013B37-E862-4AA8-B110-1189739A714D}" dt="2025-05-29T05:46:07.062" v="1806" actId="164"/>
          <ac:spMkLst>
            <pc:docMk/>
            <pc:sldMk cId="1012427449" sldId="289"/>
            <ac:spMk id="42" creationId="{E2A05324-F209-998F-F1C4-2D997D156695}"/>
          </ac:spMkLst>
        </pc:spChg>
        <pc:spChg chg="mod topLvl">
          <ac:chgData name="Nizamudheen" userId="a4881bcb-6c30-427b-8601-960e2ff6c945" providerId="ADAL" clId="{B5013B37-E862-4AA8-B110-1189739A714D}" dt="2025-05-29T05:46:07.062" v="1806" actId="164"/>
          <ac:spMkLst>
            <pc:docMk/>
            <pc:sldMk cId="1012427449" sldId="289"/>
            <ac:spMk id="43" creationId="{D01C2BDB-677B-E87D-AAE7-12982CEDB25F}"/>
          </ac:spMkLst>
        </pc:spChg>
        <pc:spChg chg="del mod topLvl">
          <ac:chgData name="Nizamudheen" userId="a4881bcb-6c30-427b-8601-960e2ff6c945" providerId="ADAL" clId="{B5013B37-E862-4AA8-B110-1189739A714D}" dt="2025-05-29T04:15:30.020" v="981"/>
          <ac:spMkLst>
            <pc:docMk/>
            <pc:sldMk cId="1012427449" sldId="289"/>
            <ac:spMk id="46" creationId="{BD1FA517-16BD-F2E2-1972-52E90D78F96F}"/>
          </ac:spMkLst>
        </pc:spChg>
        <pc:spChg chg="del mod">
          <ac:chgData name="Nizamudheen" userId="a4881bcb-6c30-427b-8601-960e2ff6c945" providerId="ADAL" clId="{B5013B37-E862-4AA8-B110-1189739A714D}" dt="2025-05-29T04:15:30.020" v="981"/>
          <ac:spMkLst>
            <pc:docMk/>
            <pc:sldMk cId="1012427449" sldId="289"/>
            <ac:spMk id="47" creationId="{F465728E-5F68-07D4-8E06-F4866541ABCC}"/>
          </ac:spMkLst>
        </pc:spChg>
        <pc:spChg chg="del">
          <ac:chgData name="Nizamudheen" userId="a4881bcb-6c30-427b-8601-960e2ff6c945" providerId="ADAL" clId="{B5013B37-E862-4AA8-B110-1189739A714D}" dt="2025-05-29T03:41:03.982" v="501" actId="478"/>
          <ac:spMkLst>
            <pc:docMk/>
            <pc:sldMk cId="1012427449" sldId="289"/>
            <ac:spMk id="48" creationId="{13C22D4D-93EC-9FB5-1C27-7D4561048487}"/>
          </ac:spMkLst>
        </pc:spChg>
        <pc:spChg chg="del mod topLvl">
          <ac:chgData name="Nizamudheen" userId="a4881bcb-6c30-427b-8601-960e2ff6c945" providerId="ADAL" clId="{B5013B37-E862-4AA8-B110-1189739A714D}" dt="2025-05-29T04:08:17.016" v="832" actId="478"/>
          <ac:spMkLst>
            <pc:docMk/>
            <pc:sldMk cId="1012427449" sldId="289"/>
            <ac:spMk id="50" creationId="{58924A56-5DA8-342B-F04B-252799C4D0EC}"/>
          </ac:spMkLst>
        </pc:spChg>
        <pc:spChg chg="mod topLvl">
          <ac:chgData name="Nizamudheen" userId="a4881bcb-6c30-427b-8601-960e2ff6c945" providerId="ADAL" clId="{B5013B37-E862-4AA8-B110-1189739A714D}" dt="2025-05-29T06:11:16.492" v="2057" actId="1036"/>
          <ac:spMkLst>
            <pc:docMk/>
            <pc:sldMk cId="1012427449" sldId="289"/>
            <ac:spMk id="50" creationId="{66468839-468D-97D2-82C7-16EC1E809CA6}"/>
          </ac:spMkLst>
        </pc:spChg>
        <pc:spChg chg="mod topLvl">
          <ac:chgData name="Nizamudheen" userId="a4881bcb-6c30-427b-8601-960e2ff6c945" providerId="ADAL" clId="{B5013B37-E862-4AA8-B110-1189739A714D}" dt="2025-05-29T06:11:16.492" v="2057" actId="1036"/>
          <ac:spMkLst>
            <pc:docMk/>
            <pc:sldMk cId="1012427449" sldId="289"/>
            <ac:spMk id="51" creationId="{0AF5B37F-9E70-332F-347D-1AA406A3AFAF}"/>
          </ac:spMkLst>
        </pc:spChg>
        <pc:spChg chg="del mod topLvl">
          <ac:chgData name="Nizamudheen" userId="a4881bcb-6c30-427b-8601-960e2ff6c945" providerId="ADAL" clId="{B5013B37-E862-4AA8-B110-1189739A714D}" dt="2025-05-29T04:15:42.356" v="982"/>
          <ac:spMkLst>
            <pc:docMk/>
            <pc:sldMk cId="1012427449" sldId="289"/>
            <ac:spMk id="51" creationId="{586B72CD-5BEB-478C-61A4-D6F88CEC6FC1}"/>
          </ac:spMkLst>
        </pc:spChg>
        <pc:spChg chg="del mod">
          <ac:chgData name="Nizamudheen" userId="a4881bcb-6c30-427b-8601-960e2ff6c945" providerId="ADAL" clId="{B5013B37-E862-4AA8-B110-1189739A714D}" dt="2025-05-29T04:14:01.672" v="953" actId="478"/>
          <ac:spMkLst>
            <pc:docMk/>
            <pc:sldMk cId="1012427449" sldId="289"/>
            <ac:spMk id="52" creationId="{7D1A6A37-4A8A-96BE-3140-D80AAE7E220B}"/>
          </ac:spMkLst>
        </pc:spChg>
        <pc:spChg chg="mod topLvl">
          <ac:chgData name="Nizamudheen" userId="a4881bcb-6c30-427b-8601-960e2ff6c945" providerId="ADAL" clId="{B5013B37-E862-4AA8-B110-1189739A714D}" dt="2025-05-29T05:55:05.300" v="1906" actId="164"/>
          <ac:spMkLst>
            <pc:docMk/>
            <pc:sldMk cId="1012427449" sldId="289"/>
            <ac:spMk id="52" creationId="{F77694C1-3307-671D-D01F-96D04331E8A8}"/>
          </ac:spMkLst>
        </pc:spChg>
        <pc:spChg chg="del">
          <ac:chgData name="Nizamudheen" userId="a4881bcb-6c30-427b-8601-960e2ff6c945" providerId="ADAL" clId="{B5013B37-E862-4AA8-B110-1189739A714D}" dt="2025-05-29T04:15:42.356" v="982"/>
          <ac:spMkLst>
            <pc:docMk/>
            <pc:sldMk cId="1012427449" sldId="289"/>
            <ac:spMk id="53" creationId="{A22F1BE4-EFCD-D4CC-2028-BDD1DB7AA618}"/>
          </ac:spMkLst>
        </pc:spChg>
        <pc:spChg chg="mod topLvl">
          <ac:chgData name="Nizamudheen" userId="a4881bcb-6c30-427b-8601-960e2ff6c945" providerId="ADAL" clId="{B5013B37-E862-4AA8-B110-1189739A714D}" dt="2025-05-29T06:22:34.901" v="2089" actId="2711"/>
          <ac:spMkLst>
            <pc:docMk/>
            <pc:sldMk cId="1012427449" sldId="289"/>
            <ac:spMk id="54" creationId="{20D417B2-21AA-7A1D-23C0-C07725332A3E}"/>
          </ac:spMkLst>
        </pc:spChg>
        <pc:spChg chg="del">
          <ac:chgData name="Nizamudheen" userId="a4881bcb-6c30-427b-8601-960e2ff6c945" providerId="ADAL" clId="{B5013B37-E862-4AA8-B110-1189739A714D}" dt="2025-05-29T04:15:42.356" v="982"/>
          <ac:spMkLst>
            <pc:docMk/>
            <pc:sldMk cId="1012427449" sldId="289"/>
            <ac:spMk id="54" creationId="{ACB80263-621D-3CCC-0820-CFF7EF2AD92F}"/>
          </ac:spMkLst>
        </pc:spChg>
        <pc:spChg chg="mod topLvl">
          <ac:chgData name="Nizamudheen" userId="a4881bcb-6c30-427b-8601-960e2ff6c945" providerId="ADAL" clId="{B5013B37-E862-4AA8-B110-1189739A714D}" dt="2025-05-29T06:11:16.492" v="2057" actId="1036"/>
          <ac:spMkLst>
            <pc:docMk/>
            <pc:sldMk cId="1012427449" sldId="289"/>
            <ac:spMk id="55" creationId="{188DE0C7-89A0-6FFA-DE7C-35E017E7169B}"/>
          </ac:spMkLst>
        </pc:spChg>
        <pc:spChg chg="del mod topLvl">
          <ac:chgData name="Nizamudheen" userId="a4881bcb-6c30-427b-8601-960e2ff6c945" providerId="ADAL" clId="{B5013B37-E862-4AA8-B110-1189739A714D}" dt="2025-05-29T04:15:42.356" v="982"/>
          <ac:spMkLst>
            <pc:docMk/>
            <pc:sldMk cId="1012427449" sldId="289"/>
            <ac:spMk id="55" creationId="{EC27041C-6E2C-EACF-D4A7-436F59356070}"/>
          </ac:spMkLst>
        </pc:spChg>
        <pc:spChg chg="del mod topLvl">
          <ac:chgData name="Nizamudheen" userId="a4881bcb-6c30-427b-8601-960e2ff6c945" providerId="ADAL" clId="{B5013B37-E862-4AA8-B110-1189739A714D}" dt="2025-05-29T04:07:17.877" v="822" actId="478"/>
          <ac:spMkLst>
            <pc:docMk/>
            <pc:sldMk cId="1012427449" sldId="289"/>
            <ac:spMk id="56" creationId="{39B0C7C4-8354-F1D4-9CBD-89D750C1810D}"/>
          </ac:spMkLst>
        </pc:spChg>
        <pc:spChg chg="mod topLvl">
          <ac:chgData name="Nizamudheen" userId="a4881bcb-6c30-427b-8601-960e2ff6c945" providerId="ADAL" clId="{B5013B37-E862-4AA8-B110-1189739A714D}" dt="2025-05-29T06:22:34.901" v="2089" actId="2711"/>
          <ac:spMkLst>
            <pc:docMk/>
            <pc:sldMk cId="1012427449" sldId="289"/>
            <ac:spMk id="57" creationId="{72C5FE92-5BE7-3521-0510-1765DE000488}"/>
          </ac:spMkLst>
        </pc:spChg>
        <pc:spChg chg="del mod topLvl">
          <ac:chgData name="Nizamudheen" userId="a4881bcb-6c30-427b-8601-960e2ff6c945" providerId="ADAL" clId="{B5013B37-E862-4AA8-B110-1189739A714D}" dt="2025-05-29T04:15:42.356" v="982"/>
          <ac:spMkLst>
            <pc:docMk/>
            <pc:sldMk cId="1012427449" sldId="289"/>
            <ac:spMk id="57" creationId="{D05E51D4-FFE2-1BFF-C333-7FAE8730A71E}"/>
          </ac:spMkLst>
        </pc:spChg>
        <pc:spChg chg="del">
          <ac:chgData name="Nizamudheen" userId="a4881bcb-6c30-427b-8601-960e2ff6c945" providerId="ADAL" clId="{B5013B37-E862-4AA8-B110-1189739A714D}" dt="2025-05-29T04:15:42.356" v="982"/>
          <ac:spMkLst>
            <pc:docMk/>
            <pc:sldMk cId="1012427449" sldId="289"/>
            <ac:spMk id="58" creationId="{1079F47F-4BD1-921B-687B-9B7CEAC5FC88}"/>
          </ac:spMkLst>
        </pc:spChg>
        <pc:spChg chg="mod topLvl">
          <ac:chgData name="Nizamudheen" userId="a4881bcb-6c30-427b-8601-960e2ff6c945" providerId="ADAL" clId="{B5013B37-E862-4AA8-B110-1189739A714D}" dt="2025-05-29T05:55:24.041" v="1911" actId="165"/>
          <ac:spMkLst>
            <pc:docMk/>
            <pc:sldMk cId="1012427449" sldId="289"/>
            <ac:spMk id="58" creationId="{B333C03E-EC29-9B7B-F952-3CB6920865E5}"/>
          </ac:spMkLst>
        </pc:spChg>
        <pc:spChg chg="del">
          <ac:chgData name="Nizamudheen" userId="a4881bcb-6c30-427b-8601-960e2ff6c945" providerId="ADAL" clId="{B5013B37-E862-4AA8-B110-1189739A714D}" dt="2025-05-29T04:15:42.356" v="982"/>
          <ac:spMkLst>
            <pc:docMk/>
            <pc:sldMk cId="1012427449" sldId="289"/>
            <ac:spMk id="59" creationId="{2D80AADD-3220-837B-5CBD-DB4F209AA960}"/>
          </ac:spMkLst>
        </pc:spChg>
        <pc:spChg chg="mod topLvl">
          <ac:chgData name="Nizamudheen" userId="a4881bcb-6c30-427b-8601-960e2ff6c945" providerId="ADAL" clId="{B5013B37-E862-4AA8-B110-1189739A714D}" dt="2025-05-29T05:55:24.041" v="1911" actId="165"/>
          <ac:spMkLst>
            <pc:docMk/>
            <pc:sldMk cId="1012427449" sldId="289"/>
            <ac:spMk id="59" creationId="{AB8FFD76-04C4-F411-0E58-C7CE3DB261F6}"/>
          </ac:spMkLst>
        </pc:spChg>
        <pc:spChg chg="del mod topLvl">
          <ac:chgData name="Nizamudheen" userId="a4881bcb-6c30-427b-8601-960e2ff6c945" providerId="ADAL" clId="{B5013B37-E862-4AA8-B110-1189739A714D}" dt="2025-05-29T04:15:42.356" v="982"/>
          <ac:spMkLst>
            <pc:docMk/>
            <pc:sldMk cId="1012427449" sldId="289"/>
            <ac:spMk id="60" creationId="{3DA710B0-BC5D-5824-3FB3-1B79FC0A1D55}"/>
          </ac:spMkLst>
        </pc:spChg>
        <pc:spChg chg="mod topLvl">
          <ac:chgData name="Nizamudheen" userId="a4881bcb-6c30-427b-8601-960e2ff6c945" providerId="ADAL" clId="{B5013B37-E862-4AA8-B110-1189739A714D}" dt="2025-05-29T05:55:05.300" v="1906" actId="164"/>
          <ac:spMkLst>
            <pc:docMk/>
            <pc:sldMk cId="1012427449" sldId="289"/>
            <ac:spMk id="60" creationId="{E88EB8B9-1F76-7DA8-4471-6B311B8586A8}"/>
          </ac:spMkLst>
        </pc:spChg>
        <pc:spChg chg="mod topLvl">
          <ac:chgData name="Nizamudheen" userId="a4881bcb-6c30-427b-8601-960e2ff6c945" providerId="ADAL" clId="{B5013B37-E862-4AA8-B110-1189739A714D}" dt="2025-05-29T06:22:34.901" v="2089" actId="2711"/>
          <ac:spMkLst>
            <pc:docMk/>
            <pc:sldMk cId="1012427449" sldId="289"/>
            <ac:spMk id="61" creationId="{3A108FC4-8ADD-3673-0A6B-7EE22A5C815F}"/>
          </ac:spMkLst>
        </pc:spChg>
        <pc:spChg chg="del mod topLvl">
          <ac:chgData name="Nizamudheen" userId="a4881bcb-6c30-427b-8601-960e2ff6c945" providerId="ADAL" clId="{B5013B37-E862-4AA8-B110-1189739A714D}" dt="2025-05-29T04:37:29.404" v="1053" actId="478"/>
          <ac:spMkLst>
            <pc:docMk/>
            <pc:sldMk cId="1012427449" sldId="289"/>
            <ac:spMk id="61" creationId="{8887B058-5876-FD32-B2FF-FDB2ACA9CBD4}"/>
          </ac:spMkLst>
        </pc:spChg>
        <pc:spChg chg="mod">
          <ac:chgData name="Nizamudheen" userId="a4881bcb-6c30-427b-8601-960e2ff6c945" providerId="ADAL" clId="{B5013B37-E862-4AA8-B110-1189739A714D}" dt="2025-05-29T04:53:37.189" v="1237" actId="1036"/>
          <ac:spMkLst>
            <pc:docMk/>
            <pc:sldMk cId="1012427449" sldId="289"/>
            <ac:spMk id="62" creationId="{F955B584-0E2C-6714-5F79-A34F75CA093B}"/>
          </ac:spMkLst>
        </pc:spChg>
        <pc:spChg chg="mod">
          <ac:chgData name="Nizamudheen" userId="a4881bcb-6c30-427b-8601-960e2ff6c945" providerId="ADAL" clId="{B5013B37-E862-4AA8-B110-1189739A714D}" dt="2025-05-29T06:12:26.035" v="2062" actId="207"/>
          <ac:spMkLst>
            <pc:docMk/>
            <pc:sldMk cId="1012427449" sldId="289"/>
            <ac:spMk id="63" creationId="{94968166-678C-4C5E-14E0-5D19BE27DD1F}"/>
          </ac:spMkLst>
        </pc:spChg>
        <pc:spChg chg="mod">
          <ac:chgData name="Nizamudheen" userId="a4881bcb-6c30-427b-8601-960e2ff6c945" providerId="ADAL" clId="{B5013B37-E862-4AA8-B110-1189739A714D}" dt="2025-05-29T06:11:16.492" v="2057" actId="1036"/>
          <ac:spMkLst>
            <pc:docMk/>
            <pc:sldMk cId="1012427449" sldId="289"/>
            <ac:spMk id="64" creationId="{B2E811AE-9063-3C0F-DD29-6CB661BEF31B}"/>
          </ac:spMkLst>
        </pc:spChg>
        <pc:spChg chg="add del mod topLvl">
          <ac:chgData name="Nizamudheen" userId="a4881bcb-6c30-427b-8601-960e2ff6c945" providerId="ADAL" clId="{B5013B37-E862-4AA8-B110-1189739A714D}" dt="2025-05-29T06:15:01.691" v="2070" actId="478"/>
          <ac:spMkLst>
            <pc:docMk/>
            <pc:sldMk cId="1012427449" sldId="289"/>
            <ac:spMk id="66" creationId="{A14E8681-5056-1F75-C573-79876A00085B}"/>
          </ac:spMkLst>
        </pc:spChg>
        <pc:spChg chg="del mod">
          <ac:chgData name="Nizamudheen" userId="a4881bcb-6c30-427b-8601-960e2ff6c945" providerId="ADAL" clId="{B5013B37-E862-4AA8-B110-1189739A714D}" dt="2025-05-29T05:51:58.889" v="1854" actId="478"/>
          <ac:spMkLst>
            <pc:docMk/>
            <pc:sldMk cId="1012427449" sldId="289"/>
            <ac:spMk id="78" creationId="{CD707F62-4E96-C9C9-58AD-00089BE3B696}"/>
          </ac:spMkLst>
        </pc:spChg>
        <pc:spChg chg="add del mod topLvl">
          <ac:chgData name="Nizamudheen" userId="a4881bcb-6c30-427b-8601-960e2ff6c945" providerId="ADAL" clId="{B5013B37-E862-4AA8-B110-1189739A714D}" dt="2025-05-29T06:15:01.691" v="2070" actId="478"/>
          <ac:spMkLst>
            <pc:docMk/>
            <pc:sldMk cId="1012427449" sldId="289"/>
            <ac:spMk id="80" creationId="{84F65E25-FAC1-D5E7-2294-46AC1C91F595}"/>
          </ac:spMkLst>
        </pc:spChg>
        <pc:spChg chg="add del mod">
          <ac:chgData name="Nizamudheen" userId="a4881bcb-6c30-427b-8601-960e2ff6c945" providerId="ADAL" clId="{B5013B37-E862-4AA8-B110-1189739A714D}" dt="2025-05-29T04:15:42.356" v="982"/>
          <ac:spMkLst>
            <pc:docMk/>
            <pc:sldMk cId="1012427449" sldId="289"/>
            <ac:spMk id="83" creationId="{150BBEAB-06B0-B2AC-21B6-BA4C4C449F1F}"/>
          </ac:spMkLst>
        </pc:spChg>
        <pc:spChg chg="add del mod ord">
          <ac:chgData name="Nizamudheen" userId="a4881bcb-6c30-427b-8601-960e2ff6c945" providerId="ADAL" clId="{B5013B37-E862-4AA8-B110-1189739A714D}" dt="2025-05-29T04:15:30.020" v="981"/>
          <ac:spMkLst>
            <pc:docMk/>
            <pc:sldMk cId="1012427449" sldId="289"/>
            <ac:spMk id="84" creationId="{1ACECBB9-AA54-412E-C5C4-B7FEBE705C81}"/>
          </ac:spMkLst>
        </pc:spChg>
        <pc:spChg chg="mod">
          <ac:chgData name="Nizamudheen" userId="a4881bcb-6c30-427b-8601-960e2ff6c945" providerId="ADAL" clId="{B5013B37-E862-4AA8-B110-1189739A714D}" dt="2025-05-29T05:51:55.182" v="1852" actId="27803"/>
          <ac:spMkLst>
            <pc:docMk/>
            <pc:sldMk cId="1012427449" sldId="289"/>
            <ac:spMk id="84" creationId="{6B877F4B-4B88-A313-7CC8-A8AD3FD98814}"/>
          </ac:spMkLst>
        </pc:spChg>
        <pc:spChg chg="mod">
          <ac:chgData name="Nizamudheen" userId="a4881bcb-6c30-427b-8601-960e2ff6c945" providerId="ADAL" clId="{B5013B37-E862-4AA8-B110-1189739A714D}" dt="2025-05-29T05:51:55.182" v="1852" actId="27803"/>
          <ac:spMkLst>
            <pc:docMk/>
            <pc:sldMk cId="1012427449" sldId="289"/>
            <ac:spMk id="85" creationId="{791819FB-069A-CC34-1B38-548B1B2F42E4}"/>
          </ac:spMkLst>
        </pc:spChg>
        <pc:spChg chg="mod">
          <ac:chgData name="Nizamudheen" userId="a4881bcb-6c30-427b-8601-960e2ff6c945" providerId="ADAL" clId="{B5013B37-E862-4AA8-B110-1189739A714D}" dt="2025-05-29T05:51:55.182" v="1852" actId="27803"/>
          <ac:spMkLst>
            <pc:docMk/>
            <pc:sldMk cId="1012427449" sldId="289"/>
            <ac:spMk id="86" creationId="{AF8EEB0E-717F-07FB-CD8C-F649A329FE7D}"/>
          </ac:spMkLst>
        </pc:spChg>
        <pc:spChg chg="mod">
          <ac:chgData name="Nizamudheen" userId="a4881bcb-6c30-427b-8601-960e2ff6c945" providerId="ADAL" clId="{B5013B37-E862-4AA8-B110-1189739A714D}" dt="2025-05-29T04:09:02.209" v="842" actId="571"/>
          <ac:spMkLst>
            <pc:docMk/>
            <pc:sldMk cId="1012427449" sldId="289"/>
            <ac:spMk id="86" creationId="{EC52FB32-E912-3732-29BC-14DF12C60F96}"/>
          </ac:spMkLst>
        </pc:spChg>
        <pc:spChg chg="mod topLvl">
          <ac:chgData name="Nizamudheen" userId="a4881bcb-6c30-427b-8601-960e2ff6c945" providerId="ADAL" clId="{B5013B37-E862-4AA8-B110-1189739A714D}" dt="2025-05-29T06:11:12.382" v="2052" actId="1035"/>
          <ac:spMkLst>
            <pc:docMk/>
            <pc:sldMk cId="1012427449" sldId="289"/>
            <ac:spMk id="93" creationId="{C2D2C311-D088-22B4-5E46-90D1884459F0}"/>
          </ac:spMkLst>
        </pc:spChg>
        <pc:spChg chg="mod">
          <ac:chgData name="Nizamudheen" userId="a4881bcb-6c30-427b-8601-960e2ff6c945" providerId="ADAL" clId="{B5013B37-E862-4AA8-B110-1189739A714D}" dt="2025-05-29T05:55:49.197" v="1915" actId="14100"/>
          <ac:spMkLst>
            <pc:docMk/>
            <pc:sldMk cId="1012427449" sldId="289"/>
            <ac:spMk id="94" creationId="{315B0D5B-3C81-6BE2-5D57-4D35891E6F2E}"/>
          </ac:spMkLst>
        </pc:spChg>
        <pc:spChg chg="mod topLvl">
          <ac:chgData name="Nizamudheen" userId="a4881bcb-6c30-427b-8601-960e2ff6c945" providerId="ADAL" clId="{B5013B37-E862-4AA8-B110-1189739A714D}" dt="2025-05-29T06:11:12.382" v="2052" actId="1035"/>
          <ac:spMkLst>
            <pc:docMk/>
            <pc:sldMk cId="1012427449" sldId="289"/>
            <ac:spMk id="95" creationId="{1810A259-ED8E-0416-29A5-E4AA6035C4EF}"/>
          </ac:spMkLst>
        </pc:spChg>
        <pc:spChg chg="mod">
          <ac:chgData name="Nizamudheen" userId="a4881bcb-6c30-427b-8601-960e2ff6c945" providerId="ADAL" clId="{B5013B37-E862-4AA8-B110-1189739A714D}" dt="2025-05-29T06:22:34.901" v="2089" actId="2711"/>
          <ac:spMkLst>
            <pc:docMk/>
            <pc:sldMk cId="1012427449" sldId="289"/>
            <ac:spMk id="98" creationId="{A1BCFA3E-B265-EB0F-BD9B-942E48B9FE09}"/>
          </ac:spMkLst>
        </pc:spChg>
        <pc:spChg chg="mod">
          <ac:chgData name="Nizamudheen" userId="a4881bcb-6c30-427b-8601-960e2ff6c945" providerId="ADAL" clId="{B5013B37-E862-4AA8-B110-1189739A714D}" dt="2025-05-29T06:11:16.492" v="2057" actId="1036"/>
          <ac:spMkLst>
            <pc:docMk/>
            <pc:sldMk cId="1012427449" sldId="289"/>
            <ac:spMk id="99" creationId="{BE7A977D-60FC-472F-32FA-0B02D90EE90B}"/>
          </ac:spMkLst>
        </pc:spChg>
        <pc:spChg chg="mod">
          <ac:chgData name="Nizamudheen" userId="a4881bcb-6c30-427b-8601-960e2ff6c945" providerId="ADAL" clId="{B5013B37-E862-4AA8-B110-1189739A714D}" dt="2025-05-29T06:22:34.901" v="2089" actId="2711"/>
          <ac:spMkLst>
            <pc:docMk/>
            <pc:sldMk cId="1012427449" sldId="289"/>
            <ac:spMk id="102" creationId="{62DE8716-C262-AD3D-0D26-1EB30E198B2B}"/>
          </ac:spMkLst>
        </pc:spChg>
        <pc:spChg chg="mod topLvl">
          <ac:chgData name="Nizamudheen" userId="a4881bcb-6c30-427b-8601-960e2ff6c945" providerId="ADAL" clId="{B5013B37-E862-4AA8-B110-1189739A714D}" dt="2025-05-29T06:11:12.382" v="2052" actId="1035"/>
          <ac:spMkLst>
            <pc:docMk/>
            <pc:sldMk cId="1012427449" sldId="289"/>
            <ac:spMk id="103" creationId="{601CE18C-6FCE-B88A-6D4E-4A44A5CED04A}"/>
          </ac:spMkLst>
        </pc:spChg>
        <pc:spChg chg="mod">
          <ac:chgData name="Nizamudheen" userId="a4881bcb-6c30-427b-8601-960e2ff6c945" providerId="ADAL" clId="{B5013B37-E862-4AA8-B110-1189739A714D}" dt="2025-05-29T06:00:21.134" v="1957"/>
          <ac:spMkLst>
            <pc:docMk/>
            <pc:sldMk cId="1012427449" sldId="289"/>
            <ac:spMk id="104" creationId="{F5BF71DD-DE7D-5951-2F96-DF76CC48D41F}"/>
          </ac:spMkLst>
        </pc:spChg>
        <pc:spChg chg="add del mod">
          <ac:chgData name="Nizamudheen" userId="a4881bcb-6c30-427b-8601-960e2ff6c945" providerId="ADAL" clId="{B5013B37-E862-4AA8-B110-1189739A714D}" dt="2025-05-29T04:46:06.731" v="1156" actId="478"/>
          <ac:spMkLst>
            <pc:docMk/>
            <pc:sldMk cId="1012427449" sldId="289"/>
            <ac:spMk id="108" creationId="{0BF00A96-BA50-3D74-96B5-1806F73D2703}"/>
          </ac:spMkLst>
        </pc:spChg>
        <pc:spChg chg="mod topLvl">
          <ac:chgData name="Nizamudheen" userId="a4881bcb-6c30-427b-8601-960e2ff6c945" providerId="ADAL" clId="{B5013B37-E862-4AA8-B110-1189739A714D}" dt="2025-05-29T06:11:12.382" v="2052" actId="1035"/>
          <ac:spMkLst>
            <pc:docMk/>
            <pc:sldMk cId="1012427449" sldId="289"/>
            <ac:spMk id="108" creationId="{C8C7DEE8-E010-B17B-4584-9E77ED88017F}"/>
          </ac:spMkLst>
        </pc:spChg>
        <pc:spChg chg="del mod">
          <ac:chgData name="Nizamudheen" userId="a4881bcb-6c30-427b-8601-960e2ff6c945" providerId="ADAL" clId="{B5013B37-E862-4AA8-B110-1189739A714D}" dt="2025-05-29T04:38:31.333" v="1078"/>
          <ac:spMkLst>
            <pc:docMk/>
            <pc:sldMk cId="1012427449" sldId="289"/>
            <ac:spMk id="109" creationId="{6B7E9B28-5085-18C7-7997-5DAE5ADD9C0F}"/>
          </ac:spMkLst>
        </pc:spChg>
        <pc:spChg chg="mod">
          <ac:chgData name="Nizamudheen" userId="a4881bcb-6c30-427b-8601-960e2ff6c945" providerId="ADAL" clId="{B5013B37-E862-4AA8-B110-1189739A714D}" dt="2025-05-29T06:22:34.901" v="2089" actId="2711"/>
          <ac:spMkLst>
            <pc:docMk/>
            <pc:sldMk cId="1012427449" sldId="289"/>
            <ac:spMk id="109" creationId="{FF7B1C8B-B65B-BDA8-7E80-A468BFC76ED5}"/>
          </ac:spMkLst>
        </pc:spChg>
        <pc:spChg chg="del mod">
          <ac:chgData name="Nizamudheen" userId="a4881bcb-6c30-427b-8601-960e2ff6c945" providerId="ADAL" clId="{B5013B37-E862-4AA8-B110-1189739A714D}" dt="2025-05-29T04:38:31.333" v="1078"/>
          <ac:spMkLst>
            <pc:docMk/>
            <pc:sldMk cId="1012427449" sldId="289"/>
            <ac:spMk id="110" creationId="{5EDCB9AE-D8EC-9B76-580E-A8D84EFF25AB}"/>
          </ac:spMkLst>
        </pc:spChg>
        <pc:spChg chg="mod">
          <ac:chgData name="Nizamudheen" userId="a4881bcb-6c30-427b-8601-960e2ff6c945" providerId="ADAL" clId="{B5013B37-E862-4AA8-B110-1189739A714D}" dt="2025-05-29T04:53:37.189" v="1237" actId="1036"/>
          <ac:spMkLst>
            <pc:docMk/>
            <pc:sldMk cId="1012427449" sldId="289"/>
            <ac:spMk id="111" creationId="{C5CFE218-5A34-E9B4-8757-516E580D5E9D}"/>
          </ac:spMkLst>
        </pc:spChg>
        <pc:spChg chg="mod topLvl">
          <ac:chgData name="Nizamudheen" userId="a4881bcb-6c30-427b-8601-960e2ff6c945" providerId="ADAL" clId="{B5013B37-E862-4AA8-B110-1189739A714D}" dt="2025-05-29T06:11:12.382" v="2052" actId="1035"/>
          <ac:spMkLst>
            <pc:docMk/>
            <pc:sldMk cId="1012427449" sldId="289"/>
            <ac:spMk id="114" creationId="{0A91DA30-9360-2F2C-6511-AEE4D8D78A36}"/>
          </ac:spMkLst>
        </pc:spChg>
        <pc:spChg chg="add del">
          <ac:chgData name="Nizamudheen" userId="a4881bcb-6c30-427b-8601-960e2ff6c945" providerId="ADAL" clId="{B5013B37-E862-4AA8-B110-1189739A714D}" dt="2025-05-29T04:45:46.955" v="1151" actId="478"/>
          <ac:spMkLst>
            <pc:docMk/>
            <pc:sldMk cId="1012427449" sldId="289"/>
            <ac:spMk id="114" creationId="{217FEF6E-F7F5-B25D-DEF5-7EB60EAC3867}"/>
          </ac:spMkLst>
        </pc:spChg>
        <pc:spChg chg="add mod ord topLvl">
          <ac:chgData name="Nizamudheen" userId="a4881bcb-6c30-427b-8601-960e2ff6c945" providerId="ADAL" clId="{B5013B37-E862-4AA8-B110-1189739A714D}" dt="2025-05-29T05:55:02.475" v="1905" actId="164"/>
          <ac:spMkLst>
            <pc:docMk/>
            <pc:sldMk cId="1012427449" sldId="289"/>
            <ac:spMk id="115" creationId="{03E2B5E5-6F45-0738-A538-9041C7D3CB61}"/>
          </ac:spMkLst>
        </pc:spChg>
        <pc:spChg chg="add del mod ord">
          <ac:chgData name="Nizamudheen" userId="a4881bcb-6c30-427b-8601-960e2ff6c945" providerId="ADAL" clId="{B5013B37-E862-4AA8-B110-1189739A714D}" dt="2025-05-29T05:43:22.309" v="1787" actId="478"/>
          <ac:spMkLst>
            <pc:docMk/>
            <pc:sldMk cId="1012427449" sldId="289"/>
            <ac:spMk id="116" creationId="{DED25B32-6EB9-98DE-DD4F-9314FF6E51B8}"/>
          </ac:spMkLst>
        </pc:spChg>
        <pc:spChg chg="add del mod ord">
          <ac:chgData name="Nizamudheen" userId="a4881bcb-6c30-427b-8601-960e2ff6c945" providerId="ADAL" clId="{B5013B37-E862-4AA8-B110-1189739A714D}" dt="2025-05-29T05:54:59.805" v="1904" actId="478"/>
          <ac:spMkLst>
            <pc:docMk/>
            <pc:sldMk cId="1012427449" sldId="289"/>
            <ac:spMk id="117" creationId="{8E478499-641F-DDC6-D45C-0DDED4E2BE09}"/>
          </ac:spMkLst>
        </pc:spChg>
        <pc:spChg chg="add del mod ord">
          <ac:chgData name="Nizamudheen" userId="a4881bcb-6c30-427b-8601-960e2ff6c945" providerId="ADAL" clId="{B5013B37-E862-4AA8-B110-1189739A714D}" dt="2025-05-29T05:54:59.805" v="1904" actId="478"/>
          <ac:spMkLst>
            <pc:docMk/>
            <pc:sldMk cId="1012427449" sldId="289"/>
            <ac:spMk id="118" creationId="{7C482ED6-F1FE-D4A0-C9FD-01B9E5106BEE}"/>
          </ac:spMkLst>
        </pc:spChg>
        <pc:spChg chg="mod topLvl">
          <ac:chgData name="Nizamudheen" userId="a4881bcb-6c30-427b-8601-960e2ff6c945" providerId="ADAL" clId="{B5013B37-E862-4AA8-B110-1189739A714D}" dt="2025-05-29T06:11:12.382" v="2052" actId="1035"/>
          <ac:spMkLst>
            <pc:docMk/>
            <pc:sldMk cId="1012427449" sldId="289"/>
            <ac:spMk id="119" creationId="{71A98441-9090-FB16-04FD-9AF240A88DE2}"/>
          </ac:spMkLst>
        </pc:spChg>
        <pc:spChg chg="mod topLvl">
          <ac:chgData name="Nizamudheen" userId="a4881bcb-6c30-427b-8601-960e2ff6c945" providerId="ADAL" clId="{B5013B37-E862-4AA8-B110-1189739A714D}" dt="2025-05-29T06:11:12.382" v="2052" actId="1035"/>
          <ac:spMkLst>
            <pc:docMk/>
            <pc:sldMk cId="1012427449" sldId="289"/>
            <ac:spMk id="120" creationId="{CE0C1729-D06E-D055-3D7C-1EB53E9A1EA2}"/>
          </ac:spMkLst>
        </pc:spChg>
        <pc:spChg chg="mod topLvl">
          <ac:chgData name="Nizamudheen" userId="a4881bcb-6c30-427b-8601-960e2ff6c945" providerId="ADAL" clId="{B5013B37-E862-4AA8-B110-1189739A714D}" dt="2025-05-29T06:22:34.901" v="2089" actId="2711"/>
          <ac:spMkLst>
            <pc:docMk/>
            <pc:sldMk cId="1012427449" sldId="289"/>
            <ac:spMk id="121" creationId="{421E6F58-A96C-F176-95C6-8B14C7B31F32}"/>
          </ac:spMkLst>
        </pc:spChg>
        <pc:spChg chg="add mod topLvl">
          <ac:chgData name="Nizamudheen" userId="a4881bcb-6c30-427b-8601-960e2ff6c945" providerId="ADAL" clId="{B5013B37-E862-4AA8-B110-1189739A714D}" dt="2025-05-29T06:21:47.764" v="2087" actId="2711"/>
          <ac:spMkLst>
            <pc:docMk/>
            <pc:sldMk cId="1012427449" sldId="289"/>
            <ac:spMk id="122" creationId="{6BECB0DE-5406-97C7-C6F8-3E98AD1E67E3}"/>
          </ac:spMkLst>
        </pc:spChg>
        <pc:spChg chg="add del mod">
          <ac:chgData name="Nizamudheen" userId="a4881bcb-6c30-427b-8601-960e2ff6c945" providerId="ADAL" clId="{B5013B37-E862-4AA8-B110-1189739A714D}" dt="2025-05-29T05:00:19.974" v="1582" actId="478"/>
          <ac:spMkLst>
            <pc:docMk/>
            <pc:sldMk cId="1012427449" sldId="289"/>
            <ac:spMk id="123" creationId="{1C86D817-475C-F16E-A1FE-695A63A2E713}"/>
          </ac:spMkLst>
        </pc:spChg>
        <pc:spChg chg="mod">
          <ac:chgData name="Nizamudheen" userId="a4881bcb-6c30-427b-8601-960e2ff6c945" providerId="ADAL" clId="{B5013B37-E862-4AA8-B110-1189739A714D}" dt="2025-05-29T06:06:48.456" v="2010" actId="12789"/>
          <ac:spMkLst>
            <pc:docMk/>
            <pc:sldMk cId="1012427449" sldId="289"/>
            <ac:spMk id="123" creationId="{7CF5421C-8430-67BB-2280-9DB3BF91AB14}"/>
          </ac:spMkLst>
        </pc:spChg>
        <pc:spChg chg="mod">
          <ac:chgData name="Nizamudheen" userId="a4881bcb-6c30-427b-8601-960e2ff6c945" providerId="ADAL" clId="{B5013B37-E862-4AA8-B110-1189739A714D}" dt="2025-05-29T06:22:34.901" v="2089" actId="2711"/>
          <ac:spMkLst>
            <pc:docMk/>
            <pc:sldMk cId="1012427449" sldId="289"/>
            <ac:spMk id="124" creationId="{B1774122-AF71-96EC-2E5B-05EEE61D5630}"/>
          </ac:spMkLst>
        </pc:spChg>
        <pc:spChg chg="mod">
          <ac:chgData name="Nizamudheen" userId="a4881bcb-6c30-427b-8601-960e2ff6c945" providerId="ADAL" clId="{B5013B37-E862-4AA8-B110-1189739A714D}" dt="2025-05-29T06:08:16.694" v="2029" actId="12789"/>
          <ac:spMkLst>
            <pc:docMk/>
            <pc:sldMk cId="1012427449" sldId="289"/>
            <ac:spMk id="126" creationId="{D6847FB8-477C-6F0E-4845-89F3A09CC5A8}"/>
          </ac:spMkLst>
        </pc:spChg>
        <pc:spChg chg="mod">
          <ac:chgData name="Nizamudheen" userId="a4881bcb-6c30-427b-8601-960e2ff6c945" providerId="ADAL" clId="{B5013B37-E862-4AA8-B110-1189739A714D}" dt="2025-05-29T06:22:34.901" v="2089" actId="2711"/>
          <ac:spMkLst>
            <pc:docMk/>
            <pc:sldMk cId="1012427449" sldId="289"/>
            <ac:spMk id="127" creationId="{3614518B-CAF6-7F3A-F2F9-3613C6B5706D}"/>
          </ac:spMkLst>
        </pc:spChg>
        <pc:spChg chg="mod topLvl">
          <ac:chgData name="Nizamudheen" userId="a4881bcb-6c30-427b-8601-960e2ff6c945" providerId="ADAL" clId="{B5013B37-E862-4AA8-B110-1189739A714D}" dt="2025-05-29T06:11:12.382" v="2052" actId="1035"/>
          <ac:spMkLst>
            <pc:docMk/>
            <pc:sldMk cId="1012427449" sldId="289"/>
            <ac:spMk id="128" creationId="{824E060B-57E5-8D75-3B4B-41F8CCB02646}"/>
          </ac:spMkLst>
        </pc:spChg>
        <pc:spChg chg="mod">
          <ac:chgData name="Nizamudheen" userId="a4881bcb-6c30-427b-8601-960e2ff6c945" providerId="ADAL" clId="{B5013B37-E862-4AA8-B110-1189739A714D}" dt="2025-05-29T06:10:57.124" v="2046" actId="14100"/>
          <ac:spMkLst>
            <pc:docMk/>
            <pc:sldMk cId="1012427449" sldId="289"/>
            <ac:spMk id="129" creationId="{27FD47CA-BDB9-28B1-F4FC-3BCC42C0BD3B}"/>
          </ac:spMkLst>
        </pc:spChg>
        <pc:spChg chg="mod">
          <ac:chgData name="Nizamudheen" userId="a4881bcb-6c30-427b-8601-960e2ff6c945" providerId="ADAL" clId="{B5013B37-E862-4AA8-B110-1189739A714D}" dt="2025-05-29T05:55:20.165" v="1910" actId="165"/>
          <ac:spMkLst>
            <pc:docMk/>
            <pc:sldMk cId="1012427449" sldId="289"/>
            <ac:spMk id="135" creationId="{CD34E9A3-AC9D-FEB4-BCBA-C3CF25A06ACE}"/>
          </ac:spMkLst>
        </pc:spChg>
        <pc:spChg chg="mod">
          <ac:chgData name="Nizamudheen" userId="a4881bcb-6c30-427b-8601-960e2ff6c945" providerId="ADAL" clId="{B5013B37-E862-4AA8-B110-1189739A714D}" dt="2025-05-29T06:07:59.326" v="2017" actId="27803"/>
          <ac:spMkLst>
            <pc:docMk/>
            <pc:sldMk cId="1012427449" sldId="289"/>
            <ac:spMk id="156" creationId="{9BD0CD1C-B71C-0243-D9F9-616E130AA02F}"/>
          </ac:spMkLst>
        </pc:spChg>
        <pc:spChg chg="mod">
          <ac:chgData name="Nizamudheen" userId="a4881bcb-6c30-427b-8601-960e2ff6c945" providerId="ADAL" clId="{B5013B37-E862-4AA8-B110-1189739A714D}" dt="2025-05-29T06:07:59.326" v="2017" actId="27803"/>
          <ac:spMkLst>
            <pc:docMk/>
            <pc:sldMk cId="1012427449" sldId="289"/>
            <ac:spMk id="158" creationId="{D1F9605C-1FD8-52C4-E663-AC4387F91957}"/>
          </ac:spMkLst>
        </pc:spChg>
        <pc:spChg chg="mod">
          <ac:chgData name="Nizamudheen" userId="a4881bcb-6c30-427b-8601-960e2ff6c945" providerId="ADAL" clId="{B5013B37-E862-4AA8-B110-1189739A714D}" dt="2025-05-29T06:07:59.326" v="2017" actId="27803"/>
          <ac:spMkLst>
            <pc:docMk/>
            <pc:sldMk cId="1012427449" sldId="289"/>
            <ac:spMk id="159" creationId="{1F87EE86-2569-284D-BABA-4F1F6E03FC35}"/>
          </ac:spMkLst>
        </pc:spChg>
        <pc:spChg chg="mod">
          <ac:chgData name="Nizamudheen" userId="a4881bcb-6c30-427b-8601-960e2ff6c945" providerId="ADAL" clId="{B5013B37-E862-4AA8-B110-1189739A714D}" dt="2025-05-29T06:07:59.326" v="2017" actId="27803"/>
          <ac:spMkLst>
            <pc:docMk/>
            <pc:sldMk cId="1012427449" sldId="289"/>
            <ac:spMk id="160" creationId="{B071A948-5281-20AC-1DF4-47CA50A32D51}"/>
          </ac:spMkLst>
        </pc:spChg>
        <pc:spChg chg="del mod">
          <ac:chgData name="Nizamudheen" userId="a4881bcb-6c30-427b-8601-960e2ff6c945" providerId="ADAL" clId="{B5013B37-E862-4AA8-B110-1189739A714D}" dt="2025-05-29T06:08:01.015" v="2018" actId="478"/>
          <ac:spMkLst>
            <pc:docMk/>
            <pc:sldMk cId="1012427449" sldId="289"/>
            <ac:spMk id="161" creationId="{592146B2-A6DA-72B4-0B42-37B26B5A7961}"/>
          </ac:spMkLst>
        </pc:spChg>
        <pc:spChg chg="add mod">
          <ac:chgData name="Nizamudheen" userId="a4881bcb-6c30-427b-8601-960e2ff6c945" providerId="ADAL" clId="{B5013B37-E862-4AA8-B110-1189739A714D}" dt="2025-05-29T06:15:04.584" v="2072"/>
          <ac:spMkLst>
            <pc:docMk/>
            <pc:sldMk cId="1012427449" sldId="289"/>
            <ac:spMk id="166" creationId="{F3A914FB-F391-5DB3-D0E3-1614F955506A}"/>
          </ac:spMkLst>
        </pc:spChg>
        <pc:spChg chg="add mod">
          <ac:chgData name="Nizamudheen" userId="a4881bcb-6c30-427b-8601-960e2ff6c945" providerId="ADAL" clId="{B5013B37-E862-4AA8-B110-1189739A714D}" dt="2025-05-29T06:15:04.584" v="2072"/>
          <ac:spMkLst>
            <pc:docMk/>
            <pc:sldMk cId="1012427449" sldId="289"/>
            <ac:spMk id="167" creationId="{62A9527C-5A68-A1D9-6BAE-F3DD0DDF8120}"/>
          </ac:spMkLst>
        </pc:spChg>
        <pc:grpChg chg="del mod">
          <ac:chgData name="Nizamudheen" userId="a4881bcb-6c30-427b-8601-960e2ff6c945" providerId="ADAL" clId="{B5013B37-E862-4AA8-B110-1189739A714D}" dt="2025-05-29T03:54:06.914" v="539" actId="27803"/>
          <ac:grpSpMkLst>
            <pc:docMk/>
            <pc:sldMk cId="1012427449" sldId="289"/>
            <ac:grpSpMk id="7" creationId="{0A806DB0-A636-ADE0-4AE7-2412892EA299}"/>
          </ac:grpSpMkLst>
        </pc:grpChg>
        <pc:grpChg chg="add del mod">
          <ac:chgData name="Nizamudheen" userId="a4881bcb-6c30-427b-8601-960e2ff6c945" providerId="ADAL" clId="{B5013B37-E862-4AA8-B110-1189739A714D}" dt="2025-05-29T03:54:26.518" v="548" actId="478"/>
          <ac:grpSpMkLst>
            <pc:docMk/>
            <pc:sldMk cId="1012427449" sldId="289"/>
            <ac:grpSpMk id="10" creationId="{5D62CCD0-D7C8-D10D-9D73-D8E194799A28}"/>
          </ac:grpSpMkLst>
        </pc:grpChg>
        <pc:grpChg chg="add del mod">
          <ac:chgData name="Nizamudheen" userId="a4881bcb-6c30-427b-8601-960e2ff6c945" providerId="ADAL" clId="{B5013B37-E862-4AA8-B110-1189739A714D}" dt="2025-05-29T03:54:24.945" v="546" actId="164"/>
          <ac:grpSpMkLst>
            <pc:docMk/>
            <pc:sldMk cId="1012427449" sldId="289"/>
            <ac:grpSpMk id="16" creationId="{3A2D1AF3-66CD-9EEE-0419-80F7E0A29195}"/>
          </ac:grpSpMkLst>
        </pc:grpChg>
        <pc:grpChg chg="ord">
          <ac:chgData name="Nizamudheen" userId="a4881bcb-6c30-427b-8601-960e2ff6c945" providerId="ADAL" clId="{B5013B37-E862-4AA8-B110-1189739A714D}" dt="2025-05-29T05:43:18.082" v="1785" actId="167"/>
          <ac:grpSpMkLst>
            <pc:docMk/>
            <pc:sldMk cId="1012427449" sldId="289"/>
            <ac:grpSpMk id="30" creationId="{003CE80C-DDBF-BBC5-1BC4-AA2F9970958A}"/>
          </ac:grpSpMkLst>
        </pc:grpChg>
        <pc:grpChg chg="mod ord">
          <ac:chgData name="Nizamudheen" userId="a4881bcb-6c30-427b-8601-960e2ff6c945" providerId="ADAL" clId="{B5013B37-E862-4AA8-B110-1189739A714D}" dt="2025-05-29T05:43:36.754" v="1790" actId="196"/>
          <ac:grpSpMkLst>
            <pc:docMk/>
            <pc:sldMk cId="1012427449" sldId="289"/>
            <ac:grpSpMk id="31" creationId="{9D173083-69D1-AA88-0475-F0B061020375}"/>
          </ac:grpSpMkLst>
        </pc:grpChg>
        <pc:grpChg chg="del mod">
          <ac:chgData name="Nizamudheen" userId="a4881bcb-6c30-427b-8601-960e2ff6c945" providerId="ADAL" clId="{B5013B37-E862-4AA8-B110-1189739A714D}" dt="2025-05-29T05:47:09.219" v="1816" actId="478"/>
          <ac:grpSpMkLst>
            <pc:docMk/>
            <pc:sldMk cId="1012427449" sldId="289"/>
            <ac:grpSpMk id="48" creationId="{3437ABCB-2AD0-DD9E-2401-C94926B4231B}"/>
          </ac:grpSpMkLst>
        </pc:grpChg>
        <pc:grpChg chg="mod ord">
          <ac:chgData name="Nizamudheen" userId="a4881bcb-6c30-427b-8601-960e2ff6c945" providerId="ADAL" clId="{B5013B37-E862-4AA8-B110-1189739A714D}" dt="2025-05-29T05:46:25.807" v="1810" actId="167"/>
          <ac:grpSpMkLst>
            <pc:docMk/>
            <pc:sldMk cId="1012427449" sldId="289"/>
            <ac:grpSpMk id="49" creationId="{44A480C0-8FCF-DED2-0AE6-18AFFE5BE1B1}"/>
          </ac:grpSpMkLst>
        </pc:grpChg>
        <pc:grpChg chg="del">
          <ac:chgData name="Nizamudheen" userId="a4881bcb-6c30-427b-8601-960e2ff6c945" providerId="ADAL" clId="{B5013B37-E862-4AA8-B110-1189739A714D}" dt="2025-05-29T03:41:03.982" v="501" actId="478"/>
          <ac:grpSpMkLst>
            <pc:docMk/>
            <pc:sldMk cId="1012427449" sldId="289"/>
            <ac:grpSpMk id="49" creationId="{9F5E58E7-0049-31AD-D90F-4405FB52E4BB}"/>
          </ac:grpSpMkLst>
        </pc:grpChg>
        <pc:grpChg chg="mod">
          <ac:chgData name="Nizamudheen" userId="a4881bcb-6c30-427b-8601-960e2ff6c945" providerId="ADAL" clId="{B5013B37-E862-4AA8-B110-1189739A714D}" dt="2025-05-29T04:04:37.759" v="778" actId="1035"/>
          <ac:grpSpMkLst>
            <pc:docMk/>
            <pc:sldMk cId="1012427449" sldId="289"/>
            <ac:grpSpMk id="65" creationId="{6F52C60E-7DDA-6C22-DFC4-69B0831C1F20}"/>
          </ac:grpSpMkLst>
        </pc:grpChg>
        <pc:grpChg chg="del mod">
          <ac:chgData name="Nizamudheen" userId="a4881bcb-6c30-427b-8601-960e2ff6c945" providerId="ADAL" clId="{B5013B37-E862-4AA8-B110-1189739A714D}" dt="2025-05-29T05:51:55.182" v="1852" actId="27803"/>
          <ac:grpSpMkLst>
            <pc:docMk/>
            <pc:sldMk cId="1012427449" sldId="289"/>
            <ac:grpSpMk id="77" creationId="{2D65A33A-4CE5-CC75-4917-E68891112E84}"/>
          </ac:grpSpMkLst>
        </pc:grpChg>
        <pc:grpChg chg="add del mod">
          <ac:chgData name="Nizamudheen" userId="a4881bcb-6c30-427b-8601-960e2ff6c945" providerId="ADAL" clId="{B5013B37-E862-4AA8-B110-1189739A714D}" dt="2025-05-29T04:09:57.350" v="857" actId="165"/>
          <ac:grpSpMkLst>
            <pc:docMk/>
            <pc:sldMk cId="1012427449" sldId="289"/>
            <ac:grpSpMk id="78" creationId="{D53DB49A-F24C-FC6F-86E2-F2A6FE4B6530}"/>
          </ac:grpSpMkLst>
        </pc:grpChg>
        <pc:grpChg chg="mod">
          <ac:chgData name="Nizamudheen" userId="a4881bcb-6c30-427b-8601-960e2ff6c945" providerId="ADAL" clId="{B5013B37-E862-4AA8-B110-1189739A714D}" dt="2025-05-29T05:52:35.957" v="1872" actId="12789"/>
          <ac:grpSpMkLst>
            <pc:docMk/>
            <pc:sldMk cId="1012427449" sldId="289"/>
            <ac:grpSpMk id="79" creationId="{5E804868-5F4A-3831-1F5A-F3DE951FDB4F}"/>
          </ac:grpSpMkLst>
        </pc:grpChg>
        <pc:grpChg chg="add del mod">
          <ac:chgData name="Nizamudheen" userId="a4881bcb-6c30-427b-8601-960e2ff6c945" providerId="ADAL" clId="{B5013B37-E862-4AA8-B110-1189739A714D}" dt="2025-05-29T04:09:57.350" v="857" actId="165"/>
          <ac:grpSpMkLst>
            <pc:docMk/>
            <pc:sldMk cId="1012427449" sldId="289"/>
            <ac:grpSpMk id="79" creationId="{90B236B9-2C3F-128B-D21C-DBF8A7E72AD9}"/>
          </ac:grpSpMkLst>
        </pc:grpChg>
        <pc:grpChg chg="mod">
          <ac:chgData name="Nizamudheen" userId="a4881bcb-6c30-427b-8601-960e2ff6c945" providerId="ADAL" clId="{B5013B37-E862-4AA8-B110-1189739A714D}" dt="2025-05-29T05:51:55.182" v="1852" actId="27803"/>
          <ac:grpSpMkLst>
            <pc:docMk/>
            <pc:sldMk cId="1012427449" sldId="289"/>
            <ac:grpSpMk id="83" creationId="{26E637AC-F9B1-5C62-27DB-F135B595A9D2}"/>
          </ac:grpSpMkLst>
        </pc:grpChg>
        <pc:grpChg chg="add del mod">
          <ac:chgData name="Nizamudheen" userId="a4881bcb-6c30-427b-8601-960e2ff6c945" providerId="ADAL" clId="{B5013B37-E862-4AA8-B110-1189739A714D}" dt="2025-05-29T04:09:32.716" v="849" actId="478"/>
          <ac:grpSpMkLst>
            <pc:docMk/>
            <pc:sldMk cId="1012427449" sldId="289"/>
            <ac:grpSpMk id="85" creationId="{DDFDC39E-C407-F5B5-3860-8ADE98333B2A}"/>
          </ac:grpSpMkLst>
        </pc:grpChg>
        <pc:grpChg chg="add del mod">
          <ac:chgData name="Nizamudheen" userId="a4881bcb-6c30-427b-8601-960e2ff6c945" providerId="ADAL" clId="{B5013B37-E862-4AA8-B110-1189739A714D}" dt="2025-05-29T04:41:11.501" v="1138" actId="165"/>
          <ac:grpSpMkLst>
            <pc:docMk/>
            <pc:sldMk cId="1012427449" sldId="289"/>
            <ac:grpSpMk id="90" creationId="{0FD6400D-44C5-9E10-A988-3ED44DFAAA94}"/>
          </ac:grpSpMkLst>
        </pc:grpChg>
        <pc:grpChg chg="ord">
          <ac:chgData name="Nizamudheen" userId="a4881bcb-6c30-427b-8601-960e2ff6c945" providerId="ADAL" clId="{B5013B37-E862-4AA8-B110-1189739A714D}" dt="2025-05-29T05:55:16.133" v="1909" actId="167"/>
          <ac:grpSpMkLst>
            <pc:docMk/>
            <pc:sldMk cId="1012427449" sldId="289"/>
            <ac:grpSpMk id="90" creationId="{1C9AF456-EDBD-6961-A61D-730179DA2ED4}"/>
          </ac:grpSpMkLst>
        </pc:grpChg>
        <pc:grpChg chg="ord">
          <ac:chgData name="Nizamudheen" userId="a4881bcb-6c30-427b-8601-960e2ff6c945" providerId="ADAL" clId="{B5013B37-E862-4AA8-B110-1189739A714D}" dt="2025-05-29T05:55:16.133" v="1909" actId="167"/>
          <ac:grpSpMkLst>
            <pc:docMk/>
            <pc:sldMk cId="1012427449" sldId="289"/>
            <ac:grpSpMk id="91" creationId="{6C4FE4C0-9B45-0418-7813-D5D3F4358E5A}"/>
          </ac:grpSpMkLst>
        </pc:grpChg>
        <pc:grpChg chg="add del mod">
          <ac:chgData name="Nizamudheen" userId="a4881bcb-6c30-427b-8601-960e2ff6c945" providerId="ADAL" clId="{B5013B37-E862-4AA8-B110-1189739A714D}" dt="2025-05-29T04:41:11.501" v="1138" actId="165"/>
          <ac:grpSpMkLst>
            <pc:docMk/>
            <pc:sldMk cId="1012427449" sldId="289"/>
            <ac:grpSpMk id="91" creationId="{96D7E52C-E057-E4F9-6041-26C56E30EB40}"/>
          </ac:grpSpMkLst>
        </pc:grpChg>
        <pc:grpChg chg="ord">
          <ac:chgData name="Nizamudheen" userId="a4881bcb-6c30-427b-8601-960e2ff6c945" providerId="ADAL" clId="{B5013B37-E862-4AA8-B110-1189739A714D}" dt="2025-05-29T05:55:12.807" v="1908" actId="167"/>
          <ac:grpSpMkLst>
            <pc:docMk/>
            <pc:sldMk cId="1012427449" sldId="289"/>
            <ac:grpSpMk id="92" creationId="{B1D8DEBC-A7C3-C21F-94DC-4C17252E42FB}"/>
          </ac:grpSpMkLst>
        </pc:grpChg>
        <pc:grpChg chg="add del mod ord">
          <ac:chgData name="Nizamudheen" userId="a4881bcb-6c30-427b-8601-960e2ff6c945" providerId="ADAL" clId="{B5013B37-E862-4AA8-B110-1189739A714D}" dt="2025-05-29T04:46:26.567" v="1165" actId="165"/>
          <ac:grpSpMkLst>
            <pc:docMk/>
            <pc:sldMk cId="1012427449" sldId="289"/>
            <ac:grpSpMk id="103" creationId="{69A0E257-1F00-CD3B-8C54-86D44D2A2A64}"/>
          </ac:grpSpMkLst>
        </pc:grpChg>
        <pc:grpChg chg="add del mod ord">
          <ac:chgData name="Nizamudheen" userId="a4881bcb-6c30-427b-8601-960e2ff6c945" providerId="ADAL" clId="{B5013B37-E862-4AA8-B110-1189739A714D}" dt="2025-05-29T04:46:26.567" v="1165" actId="165"/>
          <ac:grpSpMkLst>
            <pc:docMk/>
            <pc:sldMk cId="1012427449" sldId="289"/>
            <ac:grpSpMk id="104" creationId="{A63FFAA7-0EF3-CF1B-6768-0192E6D0F57C}"/>
          </ac:grpSpMkLst>
        </pc:grpChg>
        <pc:grpChg chg="add del mod">
          <ac:chgData name="Nizamudheen" userId="a4881bcb-6c30-427b-8601-960e2ff6c945" providerId="ADAL" clId="{B5013B37-E862-4AA8-B110-1189739A714D}" dt="2025-05-29T04:46:26.567" v="1165" actId="165"/>
          <ac:grpSpMkLst>
            <pc:docMk/>
            <pc:sldMk cId="1012427449" sldId="289"/>
            <ac:grpSpMk id="112" creationId="{47F487F4-294D-D093-894C-59937BAA81B8}"/>
          </ac:grpSpMkLst>
        </pc:grpChg>
        <pc:grpChg chg="ord">
          <ac:chgData name="Nizamudheen" userId="a4881bcb-6c30-427b-8601-960e2ff6c945" providerId="ADAL" clId="{B5013B37-E862-4AA8-B110-1189739A714D}" dt="2025-05-29T05:55:12.807" v="1908" actId="167"/>
          <ac:grpSpMkLst>
            <pc:docMk/>
            <pc:sldMk cId="1012427449" sldId="289"/>
            <ac:grpSpMk id="113" creationId="{2A3FD809-29EA-23F9-ED3D-A77F58D296DA}"/>
          </ac:grpSpMkLst>
        </pc:grpChg>
        <pc:grpChg chg="add del mod">
          <ac:chgData name="Nizamudheen" userId="a4881bcb-6c30-427b-8601-960e2ff6c945" providerId="ADAL" clId="{B5013B37-E862-4AA8-B110-1189739A714D}" dt="2025-05-29T04:46:26.567" v="1165" actId="165"/>
          <ac:grpSpMkLst>
            <pc:docMk/>
            <pc:sldMk cId="1012427449" sldId="289"/>
            <ac:grpSpMk id="113" creationId="{5EC2FBB0-A402-0637-6419-BA4B6DE47F94}"/>
          </ac:grpSpMkLst>
        </pc:grpChg>
        <pc:grpChg chg="del">
          <ac:chgData name="Nizamudheen" userId="a4881bcb-6c30-427b-8601-960e2ff6c945" providerId="ADAL" clId="{B5013B37-E862-4AA8-B110-1189739A714D}" dt="2025-05-29T06:08:04.383" v="2021" actId="478"/>
          <ac:grpSpMkLst>
            <pc:docMk/>
            <pc:sldMk cId="1012427449" sldId="289"/>
            <ac:grpSpMk id="132" creationId="{9225EDEA-7712-5A4C-4B1F-C5A4293864B8}"/>
          </ac:grpSpMkLst>
        </pc:grpChg>
        <pc:grpChg chg="del mod">
          <ac:chgData name="Nizamudheen" userId="a4881bcb-6c30-427b-8601-960e2ff6c945" providerId="ADAL" clId="{B5013B37-E862-4AA8-B110-1189739A714D}" dt="2025-05-29T06:07:59.326" v="2017" actId="27803"/>
          <ac:grpSpMkLst>
            <pc:docMk/>
            <pc:sldMk cId="1012427449" sldId="289"/>
            <ac:grpSpMk id="154" creationId="{FDE4620F-B208-7E4B-0571-818B9B6E4CF3}"/>
          </ac:grpSpMkLst>
        </pc:grpChg>
        <pc:grpChg chg="mod">
          <ac:chgData name="Nizamudheen" userId="a4881bcb-6c30-427b-8601-960e2ff6c945" providerId="ADAL" clId="{B5013B37-E862-4AA8-B110-1189739A714D}" dt="2025-05-29T06:08:16.694" v="2029" actId="12789"/>
          <ac:grpSpMkLst>
            <pc:docMk/>
            <pc:sldMk cId="1012427449" sldId="289"/>
            <ac:grpSpMk id="155" creationId="{66421624-E42D-45A4-AD72-183763B3196D}"/>
          </ac:grpSpMkLst>
        </pc:grpChg>
        <pc:grpChg chg="mod">
          <ac:chgData name="Nizamudheen" userId="a4881bcb-6c30-427b-8601-960e2ff6c945" providerId="ADAL" clId="{B5013B37-E862-4AA8-B110-1189739A714D}" dt="2025-05-29T06:07:59.326" v="2017" actId="27803"/>
          <ac:grpSpMkLst>
            <pc:docMk/>
            <pc:sldMk cId="1012427449" sldId="289"/>
            <ac:grpSpMk id="157" creationId="{82AFCCC9-F7D2-0F50-BBB9-CD415BD2C220}"/>
          </ac:grpSpMkLst>
        </pc:grpChg>
        <pc:picChg chg="del mod">
          <ac:chgData name="Nizamudheen" userId="a4881bcb-6c30-427b-8601-960e2ff6c945" providerId="ADAL" clId="{B5013B37-E862-4AA8-B110-1189739A714D}" dt="2025-05-29T05:48:02.190" v="1826" actId="478"/>
          <ac:picMkLst>
            <pc:docMk/>
            <pc:sldMk cId="1012427449" sldId="289"/>
            <ac:picMk id="3" creationId="{CFE59B75-B047-0FA3-B44C-9E5E9C30FEF1}"/>
          </ac:picMkLst>
        </pc:picChg>
        <pc:picChg chg="del mod">
          <ac:chgData name="Nizamudheen" userId="a4881bcb-6c30-427b-8601-960e2ff6c945" providerId="ADAL" clId="{B5013B37-E862-4AA8-B110-1189739A714D}" dt="2025-05-29T05:48:03.509" v="1828" actId="478"/>
          <ac:picMkLst>
            <pc:docMk/>
            <pc:sldMk cId="1012427449" sldId="289"/>
            <ac:picMk id="4" creationId="{C327DD04-C825-BB49-2D1E-599C766FD055}"/>
          </ac:picMkLst>
        </pc:picChg>
        <pc:picChg chg="add del mod">
          <ac:chgData name="Nizamudheen" userId="a4881bcb-6c30-427b-8601-960e2ff6c945" providerId="ADAL" clId="{B5013B37-E862-4AA8-B110-1189739A714D}" dt="2025-05-29T05:10:25.095" v="1602" actId="478"/>
          <ac:picMkLst>
            <pc:docMk/>
            <pc:sldMk cId="1012427449" sldId="289"/>
            <ac:picMk id="5" creationId="{23A87E0C-80CD-72C5-6775-E52E3598D202}"/>
          </ac:picMkLst>
        </pc:picChg>
        <pc:picChg chg="add del mod">
          <ac:chgData name="Nizamudheen" userId="a4881bcb-6c30-427b-8601-960e2ff6c945" providerId="ADAL" clId="{B5013B37-E862-4AA8-B110-1189739A714D}" dt="2025-05-29T03:54:06.914" v="539" actId="27803"/>
          <ac:picMkLst>
            <pc:docMk/>
            <pc:sldMk cId="1012427449" sldId="289"/>
            <ac:picMk id="5" creationId="{C0429194-B6EA-03B0-4890-6B4A680303F3}"/>
          </ac:picMkLst>
        </pc:picChg>
        <pc:picChg chg="del mod">
          <ac:chgData name="Nizamudheen" userId="a4881bcb-6c30-427b-8601-960e2ff6c945" providerId="ADAL" clId="{B5013B37-E862-4AA8-B110-1189739A714D}" dt="2025-05-29T05:48:03.023" v="1827" actId="478"/>
          <ac:picMkLst>
            <pc:docMk/>
            <pc:sldMk cId="1012427449" sldId="289"/>
            <ac:picMk id="6" creationId="{8BEFCBC1-EE44-90BA-246F-A0097FCD4C11}"/>
          </ac:picMkLst>
        </pc:picChg>
        <pc:picChg chg="add mod">
          <ac:chgData name="Nizamudheen" userId="a4881bcb-6c30-427b-8601-960e2ff6c945" providerId="ADAL" clId="{B5013B37-E862-4AA8-B110-1189739A714D}" dt="2025-05-29T05:42:53.433" v="1780" actId="1036"/>
          <ac:picMkLst>
            <pc:docMk/>
            <pc:sldMk cId="1012427449" sldId="289"/>
            <ac:picMk id="8" creationId="{6DC15AF5-60F0-FD25-E858-3847CDCD7418}"/>
          </ac:picMkLst>
        </pc:picChg>
        <pc:picChg chg="add del mod">
          <ac:chgData name="Nizamudheen" userId="a4881bcb-6c30-427b-8601-960e2ff6c945" providerId="ADAL" clId="{B5013B37-E862-4AA8-B110-1189739A714D}" dt="2025-05-29T05:23:34.732" v="1715" actId="478"/>
          <ac:picMkLst>
            <pc:docMk/>
            <pc:sldMk cId="1012427449" sldId="289"/>
            <ac:picMk id="11" creationId="{BB4B10E9-056B-83C3-7A5D-54C2FEEE2688}"/>
          </ac:picMkLst>
        </pc:picChg>
        <pc:picChg chg="del mod ord">
          <ac:chgData name="Nizamudheen" userId="a4881bcb-6c30-427b-8601-960e2ff6c945" providerId="ADAL" clId="{B5013B37-E862-4AA8-B110-1189739A714D}" dt="2025-05-29T05:47:59.883" v="1824" actId="478"/>
          <ac:picMkLst>
            <pc:docMk/>
            <pc:sldMk cId="1012427449" sldId="289"/>
            <ac:picMk id="13" creationId="{45778B54-C9EC-B8BC-365F-F03356A4EAE1}"/>
          </ac:picMkLst>
        </pc:picChg>
        <pc:picChg chg="add del mod">
          <ac:chgData name="Nizamudheen" userId="a4881bcb-6c30-427b-8601-960e2ff6c945" providerId="ADAL" clId="{B5013B37-E862-4AA8-B110-1189739A714D}" dt="2025-05-29T05:48:08.825" v="1829" actId="478"/>
          <ac:picMkLst>
            <pc:docMk/>
            <pc:sldMk cId="1012427449" sldId="289"/>
            <ac:picMk id="14" creationId="{99001595-2678-2404-118D-5C61E308A647}"/>
          </ac:picMkLst>
        </pc:picChg>
        <pc:picChg chg="add mod">
          <ac:chgData name="Nizamudheen" userId="a4881bcb-6c30-427b-8601-960e2ff6c945" providerId="ADAL" clId="{B5013B37-E862-4AA8-B110-1189739A714D}" dt="2025-05-29T05:52:19.446" v="1869" actId="1038"/>
          <ac:picMkLst>
            <pc:docMk/>
            <pc:sldMk cId="1012427449" sldId="289"/>
            <ac:picMk id="18" creationId="{86F85E7B-31E5-6069-82BA-6453778D9777}"/>
          </ac:picMkLst>
        </pc:picChg>
        <pc:picChg chg="add mod">
          <ac:chgData name="Nizamudheen" userId="a4881bcb-6c30-427b-8601-960e2ff6c945" providerId="ADAL" clId="{B5013B37-E862-4AA8-B110-1189739A714D}" dt="2025-05-29T04:03:02.651" v="762" actId="1076"/>
          <ac:picMkLst>
            <pc:docMk/>
            <pc:sldMk cId="1012427449" sldId="289"/>
            <ac:picMk id="18" creationId="{B92981F0-68C2-EED6-AF2D-8285F4463998}"/>
          </ac:picMkLst>
        </pc:picChg>
        <pc:picChg chg="add del mod">
          <ac:chgData name="Nizamudheen" userId="a4881bcb-6c30-427b-8601-960e2ff6c945" providerId="ADAL" clId="{B5013B37-E862-4AA8-B110-1189739A714D}" dt="2025-05-29T05:27:02.536" v="1727" actId="478"/>
          <ac:picMkLst>
            <pc:docMk/>
            <pc:sldMk cId="1012427449" sldId="289"/>
            <ac:picMk id="21" creationId="{5FF97C14-DF81-EE12-B2A9-88FF46658D59}"/>
          </ac:picMkLst>
        </pc:picChg>
        <pc:picChg chg="add del mod">
          <ac:chgData name="Nizamudheen" userId="a4881bcb-6c30-427b-8601-960e2ff6c945" providerId="ADAL" clId="{B5013B37-E862-4AA8-B110-1189739A714D}" dt="2025-05-29T05:27:41.703" v="1744" actId="478"/>
          <ac:picMkLst>
            <pc:docMk/>
            <pc:sldMk cId="1012427449" sldId="289"/>
            <ac:picMk id="24" creationId="{3F3DA767-A7FD-56CB-1DE7-451E8BAE875D}"/>
          </ac:picMkLst>
        </pc:picChg>
        <pc:picChg chg="add mod">
          <ac:chgData name="Nizamudheen" userId="a4881bcb-6c30-427b-8601-960e2ff6c945" providerId="ADAL" clId="{B5013B37-E862-4AA8-B110-1189739A714D}" dt="2025-05-29T05:42:46.913" v="1778" actId="1035"/>
          <ac:picMkLst>
            <pc:docMk/>
            <pc:sldMk cId="1012427449" sldId="289"/>
            <ac:picMk id="27" creationId="{C7917F4C-4848-2AF0-3418-4E4C9AC339E2}"/>
          </ac:picMkLst>
        </pc:picChg>
        <pc:picChg chg="add mod">
          <ac:chgData name="Nizamudheen" userId="a4881bcb-6c30-427b-8601-960e2ff6c945" providerId="ADAL" clId="{B5013B37-E862-4AA8-B110-1189739A714D}" dt="2025-05-29T05:52:19.446" v="1869" actId="1038"/>
          <ac:picMkLst>
            <pc:docMk/>
            <pc:sldMk cId="1012427449" sldId="289"/>
            <ac:picMk id="29" creationId="{DE97647D-0D89-35C4-D430-DA62FAA82739}"/>
          </ac:picMkLst>
        </pc:picChg>
        <pc:picChg chg="del">
          <ac:chgData name="Nizamudheen" userId="a4881bcb-6c30-427b-8601-960e2ff6c945" providerId="ADAL" clId="{B5013B37-E862-4AA8-B110-1189739A714D}" dt="2025-05-29T05:45:17.191" v="1793" actId="478"/>
          <ac:picMkLst>
            <pc:docMk/>
            <pc:sldMk cId="1012427449" sldId="289"/>
            <ac:picMk id="38" creationId="{98C03D42-D6BC-F9A0-B190-DE281814A911}"/>
          </ac:picMkLst>
        </pc:picChg>
        <pc:picChg chg="add mod">
          <ac:chgData name="Nizamudheen" userId="a4881bcb-6c30-427b-8601-960e2ff6c945" providerId="ADAL" clId="{B5013B37-E862-4AA8-B110-1189739A714D}" dt="2025-05-29T05:45:49.735" v="1804" actId="1076"/>
          <ac:picMkLst>
            <pc:docMk/>
            <pc:sldMk cId="1012427449" sldId="289"/>
            <ac:picMk id="47" creationId="{C6458E6D-B478-9AE3-6314-2998FB4D0777}"/>
          </ac:picMkLst>
        </pc:picChg>
        <pc:picChg chg="del">
          <ac:chgData name="Nizamudheen" userId="a4881bcb-6c30-427b-8601-960e2ff6c945" providerId="ADAL" clId="{B5013B37-E862-4AA8-B110-1189739A714D}" dt="2025-05-29T05:47:15.522" v="1819" actId="478"/>
          <ac:picMkLst>
            <pc:docMk/>
            <pc:sldMk cId="1012427449" sldId="289"/>
            <ac:picMk id="53" creationId="{C435BE35-BC9A-5FB8-F97C-11C665CA7500}"/>
          </ac:picMkLst>
        </pc:picChg>
        <pc:picChg chg="del">
          <ac:chgData name="Nizamudheen" userId="a4881bcb-6c30-427b-8601-960e2ff6c945" providerId="ADAL" clId="{B5013B37-E862-4AA8-B110-1189739A714D}" dt="2025-05-29T05:49:15.679" v="1839" actId="478"/>
          <ac:picMkLst>
            <pc:docMk/>
            <pc:sldMk cId="1012427449" sldId="289"/>
            <ac:picMk id="56" creationId="{36E5D8A4-184B-438A-1D70-10EB1936F03D}"/>
          </ac:picMkLst>
        </pc:picChg>
        <pc:picChg chg="del">
          <ac:chgData name="Nizamudheen" userId="a4881bcb-6c30-427b-8601-960e2ff6c945" providerId="ADAL" clId="{B5013B37-E862-4AA8-B110-1189739A714D}" dt="2025-05-29T05:51:44.966" v="1849" actId="478"/>
          <ac:picMkLst>
            <pc:docMk/>
            <pc:sldMk cId="1012427449" sldId="289"/>
            <ac:picMk id="65" creationId="{2C30D95B-DD0E-AA2A-6657-865DAA340517}"/>
          </ac:picMkLst>
        </pc:picChg>
        <pc:picChg chg="del">
          <ac:chgData name="Nizamudheen" userId="a4881bcb-6c30-427b-8601-960e2ff6c945" providerId="ADAL" clId="{B5013B37-E862-4AA8-B110-1189739A714D}" dt="2025-05-29T05:53:15.519" v="1873" actId="478"/>
          <ac:picMkLst>
            <pc:docMk/>
            <pc:sldMk cId="1012427449" sldId="289"/>
            <ac:picMk id="67" creationId="{A948926D-90D5-FDC5-B3F5-6AB7D0D11CD3}"/>
          </ac:picMkLst>
        </pc:picChg>
        <pc:picChg chg="add mod">
          <ac:chgData name="Nizamudheen" userId="a4881bcb-6c30-427b-8601-960e2ff6c945" providerId="ADAL" clId="{B5013B37-E862-4AA8-B110-1189739A714D}" dt="2025-05-29T05:47:22.417" v="1823" actId="12789"/>
          <ac:picMkLst>
            <pc:docMk/>
            <pc:sldMk cId="1012427449" sldId="289"/>
            <ac:picMk id="69" creationId="{9E106703-14CB-C3B4-0C74-3F80B7F33674}"/>
          </ac:picMkLst>
        </pc:picChg>
        <pc:picChg chg="add del mod">
          <ac:chgData name="Nizamudheen" userId="a4881bcb-6c30-427b-8601-960e2ff6c945" providerId="ADAL" clId="{B5013B37-E862-4AA8-B110-1189739A714D}" dt="2025-05-29T05:49:04.155" v="1831" actId="478"/>
          <ac:picMkLst>
            <pc:docMk/>
            <pc:sldMk cId="1012427449" sldId="289"/>
            <ac:picMk id="72" creationId="{E4F36A55-BE46-B8B4-B29E-5AE789E800DA}"/>
          </ac:picMkLst>
        </pc:picChg>
        <pc:picChg chg="add mod">
          <ac:chgData name="Nizamudheen" userId="a4881bcb-6c30-427b-8601-960e2ff6c945" providerId="ADAL" clId="{B5013B37-E862-4AA8-B110-1189739A714D}" dt="2025-05-29T05:49:21.211" v="1843" actId="12789"/>
          <ac:picMkLst>
            <pc:docMk/>
            <pc:sldMk cId="1012427449" sldId="289"/>
            <ac:picMk id="74" creationId="{13378F93-0B76-E6C6-9FCB-02A3E0DD0CFD}"/>
          </ac:picMkLst>
        </pc:picChg>
        <pc:picChg chg="add del mod">
          <ac:chgData name="Nizamudheen" userId="a4881bcb-6c30-427b-8601-960e2ff6c945" providerId="ADAL" clId="{B5013B37-E862-4AA8-B110-1189739A714D}" dt="2025-05-29T05:51:55.182" v="1852" actId="27803"/>
          <ac:picMkLst>
            <pc:docMk/>
            <pc:sldMk cId="1012427449" sldId="289"/>
            <ac:picMk id="76" creationId="{3B8DF881-BDFB-616D-B201-21A2C00DF1BD}"/>
          </ac:picMkLst>
        </pc:picChg>
        <pc:picChg chg="add mod">
          <ac:chgData name="Nizamudheen" userId="a4881bcb-6c30-427b-8601-960e2ff6c945" providerId="ADAL" clId="{B5013B37-E862-4AA8-B110-1189739A714D}" dt="2025-05-29T05:53:32.175" v="1882" actId="12789"/>
          <ac:picMkLst>
            <pc:docMk/>
            <pc:sldMk cId="1012427449" sldId="289"/>
            <ac:picMk id="88" creationId="{6712212C-16DA-6E77-128E-336F9B8201AE}"/>
          </ac:picMkLst>
        </pc:picChg>
        <pc:picChg chg="del">
          <ac:chgData name="Nizamudheen" userId="a4881bcb-6c30-427b-8601-960e2ff6c945" providerId="ADAL" clId="{B5013B37-E862-4AA8-B110-1189739A714D}" dt="2025-05-29T05:56:27.960" v="1916" actId="478"/>
          <ac:picMkLst>
            <pc:docMk/>
            <pc:sldMk cId="1012427449" sldId="289"/>
            <ac:picMk id="97" creationId="{65EDF855-1124-644C-82B6-4E6F71A97A31}"/>
          </ac:picMkLst>
        </pc:picChg>
        <pc:picChg chg="del">
          <ac:chgData name="Nizamudheen" userId="a4881bcb-6c30-427b-8601-960e2ff6c945" providerId="ADAL" clId="{B5013B37-E862-4AA8-B110-1189739A714D}" dt="2025-05-29T05:58:52.725" v="1938" actId="478"/>
          <ac:picMkLst>
            <pc:docMk/>
            <pc:sldMk cId="1012427449" sldId="289"/>
            <ac:picMk id="100" creationId="{A2B8184B-7478-A290-EA81-83E2FA0E62C2}"/>
          </ac:picMkLst>
        </pc:picChg>
        <pc:picChg chg="del">
          <ac:chgData name="Nizamudheen" userId="a4881bcb-6c30-427b-8601-960e2ff6c945" providerId="ADAL" clId="{B5013B37-E862-4AA8-B110-1189739A714D}" dt="2025-05-29T06:00:23.726" v="1958" actId="478"/>
          <ac:picMkLst>
            <pc:docMk/>
            <pc:sldMk cId="1012427449" sldId="289"/>
            <ac:picMk id="110" creationId="{D9E42650-1508-07E6-C252-41727066ECD0}"/>
          </ac:picMkLst>
        </pc:picChg>
        <pc:picChg chg="del">
          <ac:chgData name="Nizamudheen" userId="a4881bcb-6c30-427b-8601-960e2ff6c945" providerId="ADAL" clId="{B5013B37-E862-4AA8-B110-1189739A714D}" dt="2025-05-29T06:02:38.095" v="1970" actId="478"/>
          <ac:picMkLst>
            <pc:docMk/>
            <pc:sldMk cId="1012427449" sldId="289"/>
            <ac:picMk id="112" creationId="{9C70C967-8794-C3E4-4468-7A3C6F824DDB}"/>
          </ac:picMkLst>
        </pc:picChg>
        <pc:picChg chg="add del mod">
          <ac:chgData name="Nizamudheen" userId="a4881bcb-6c30-427b-8601-960e2ff6c945" providerId="ADAL" clId="{B5013B37-E862-4AA8-B110-1189739A714D}" dt="2025-05-29T05:10:25.881" v="1603" actId="478"/>
          <ac:picMkLst>
            <pc:docMk/>
            <pc:sldMk cId="1012427449" sldId="289"/>
            <ac:picMk id="125" creationId="{896057B1-82A5-C3C9-3AB1-95F998AFA698}"/>
          </ac:picMkLst>
        </pc:picChg>
        <pc:picChg chg="del">
          <ac:chgData name="Nizamudheen" userId="a4881bcb-6c30-427b-8601-960e2ff6c945" providerId="ADAL" clId="{B5013B37-E862-4AA8-B110-1189739A714D}" dt="2025-05-29T06:05:16.388" v="1990" actId="478"/>
          <ac:picMkLst>
            <pc:docMk/>
            <pc:sldMk cId="1012427449" sldId="289"/>
            <ac:picMk id="130" creationId="{742F1CA1-DE62-4864-5BAD-23C892001B65}"/>
          </ac:picMkLst>
        </pc:picChg>
        <pc:picChg chg="del">
          <ac:chgData name="Nizamudheen" userId="a4881bcb-6c30-427b-8601-960e2ff6c945" providerId="ADAL" clId="{B5013B37-E862-4AA8-B110-1189739A714D}" dt="2025-05-29T06:06:30.718" v="1999" actId="478"/>
          <ac:picMkLst>
            <pc:docMk/>
            <pc:sldMk cId="1012427449" sldId="289"/>
            <ac:picMk id="131" creationId="{65C8FDFA-10E3-7594-298C-B67155EF9476}"/>
          </ac:picMkLst>
        </pc:picChg>
        <pc:picChg chg="del">
          <ac:chgData name="Nizamudheen" userId="a4881bcb-6c30-427b-8601-960e2ff6c945" providerId="ADAL" clId="{B5013B37-E862-4AA8-B110-1189739A714D}" dt="2025-05-29T06:10:22.804" v="2036" actId="478"/>
          <ac:picMkLst>
            <pc:docMk/>
            <pc:sldMk cId="1012427449" sldId="289"/>
            <ac:picMk id="133" creationId="{C9811553-B00D-9F48-BAFE-0DEEC06299C4}"/>
          </ac:picMkLst>
        </pc:picChg>
        <pc:picChg chg="add mod modCrop">
          <ac:chgData name="Nizamudheen" userId="a4881bcb-6c30-427b-8601-960e2ff6c945" providerId="ADAL" clId="{B5013B37-E862-4AA8-B110-1189739A714D}" dt="2025-05-29T05:57:09.060" v="1936" actId="12789"/>
          <ac:picMkLst>
            <pc:docMk/>
            <pc:sldMk cId="1012427449" sldId="289"/>
            <ac:picMk id="139" creationId="{C2FFE807-C7DD-45DE-0AA3-3AA0E5F2E118}"/>
          </ac:picMkLst>
        </pc:picChg>
        <pc:picChg chg="add mod">
          <ac:chgData name="Nizamudheen" userId="a4881bcb-6c30-427b-8601-960e2ff6c945" providerId="ADAL" clId="{B5013B37-E862-4AA8-B110-1189739A714D}" dt="2025-05-29T05:59:23.681" v="1952" actId="12789"/>
          <ac:picMkLst>
            <pc:docMk/>
            <pc:sldMk cId="1012427449" sldId="289"/>
            <ac:picMk id="141" creationId="{91404648-426F-2689-B55D-C537E071C61E}"/>
          </ac:picMkLst>
        </pc:picChg>
        <pc:picChg chg="add mod">
          <ac:chgData name="Nizamudheen" userId="a4881bcb-6c30-427b-8601-960e2ff6c945" providerId="ADAL" clId="{B5013B37-E862-4AA8-B110-1189739A714D}" dt="2025-05-29T06:00:40.765" v="1969" actId="12789"/>
          <ac:picMkLst>
            <pc:docMk/>
            <pc:sldMk cId="1012427449" sldId="289"/>
            <ac:picMk id="143" creationId="{582BA6F9-C399-193B-1A9D-9E4EE30A1C54}"/>
          </ac:picMkLst>
        </pc:picChg>
        <pc:picChg chg="add del mod">
          <ac:chgData name="Nizamudheen" userId="a4881bcb-6c30-427b-8601-960e2ff6c945" providerId="ADAL" clId="{B5013B37-E862-4AA8-B110-1189739A714D}" dt="2025-05-29T06:02:48.250" v="1973" actId="478"/>
          <ac:picMkLst>
            <pc:docMk/>
            <pc:sldMk cId="1012427449" sldId="289"/>
            <ac:picMk id="145" creationId="{9841F8BD-BA68-7ECE-0D1A-A25296C0EDDB}"/>
          </ac:picMkLst>
        </pc:picChg>
        <pc:picChg chg="add mod">
          <ac:chgData name="Nizamudheen" userId="a4881bcb-6c30-427b-8601-960e2ff6c945" providerId="ADAL" clId="{B5013B37-E862-4AA8-B110-1189739A714D}" dt="2025-05-29T06:03:13.426" v="1979" actId="12789"/>
          <ac:picMkLst>
            <pc:docMk/>
            <pc:sldMk cId="1012427449" sldId="289"/>
            <ac:picMk id="147" creationId="{80BF93FA-F4D4-7B9A-28C5-3AD45E0D20E1}"/>
          </ac:picMkLst>
        </pc:picChg>
        <pc:picChg chg="add mod">
          <ac:chgData name="Nizamudheen" userId="a4881bcb-6c30-427b-8601-960e2ff6c945" providerId="ADAL" clId="{B5013B37-E862-4AA8-B110-1189739A714D}" dt="2025-05-29T06:05:32.561" v="1996" actId="207"/>
          <ac:picMkLst>
            <pc:docMk/>
            <pc:sldMk cId="1012427449" sldId="289"/>
            <ac:picMk id="149" creationId="{0C8368A6-68F0-EE99-8BB4-D2042F8953B4}"/>
          </ac:picMkLst>
        </pc:picChg>
        <pc:picChg chg="add mod">
          <ac:chgData name="Nizamudheen" userId="a4881bcb-6c30-427b-8601-960e2ff6c945" providerId="ADAL" clId="{B5013B37-E862-4AA8-B110-1189739A714D}" dt="2025-05-29T06:06:48.456" v="2010" actId="12789"/>
          <ac:picMkLst>
            <pc:docMk/>
            <pc:sldMk cId="1012427449" sldId="289"/>
            <ac:picMk id="151" creationId="{20D3142A-6735-4DC1-B629-D879C10F44B0}"/>
          </ac:picMkLst>
        </pc:picChg>
        <pc:picChg chg="add del mod">
          <ac:chgData name="Nizamudheen" userId="a4881bcb-6c30-427b-8601-960e2ff6c945" providerId="ADAL" clId="{B5013B37-E862-4AA8-B110-1189739A714D}" dt="2025-05-29T06:07:59.326" v="2017" actId="27803"/>
          <ac:picMkLst>
            <pc:docMk/>
            <pc:sldMk cId="1012427449" sldId="289"/>
            <ac:picMk id="153" creationId="{C56555ED-0EF7-667E-3F86-729ED738910E}"/>
          </ac:picMkLst>
        </pc:picChg>
        <pc:picChg chg="add mod">
          <ac:chgData name="Nizamudheen" userId="a4881bcb-6c30-427b-8601-960e2ff6c945" providerId="ADAL" clId="{B5013B37-E862-4AA8-B110-1189739A714D}" dt="2025-05-29T06:10:29.471" v="2041" actId="12789"/>
          <ac:picMkLst>
            <pc:docMk/>
            <pc:sldMk cId="1012427449" sldId="289"/>
            <ac:picMk id="163" creationId="{E0A93336-3A4D-2C3F-A537-05804061D5CC}"/>
          </ac:picMkLst>
        </pc:picChg>
        <pc:cxnChg chg="add mod ord topLvl">
          <ac:chgData name="Nizamudheen" userId="a4881bcb-6c30-427b-8601-960e2ff6c945" providerId="ADAL" clId="{B5013B37-E862-4AA8-B110-1189739A714D}" dt="2025-05-29T06:15:00.440" v="2068" actId="14100"/>
          <ac:cxnSpMkLst>
            <pc:docMk/>
            <pc:sldMk cId="1012427449" sldId="289"/>
            <ac:cxnSpMk id="68" creationId="{B570A1D8-40A2-E57D-61A0-4489D55D8BF6}"/>
          </ac:cxnSpMkLst>
        </pc:cxnChg>
        <pc:cxnChg chg="add mod topLvl">
          <ac:chgData name="Nizamudheen" userId="a4881bcb-6c30-427b-8601-960e2ff6c945" providerId="ADAL" clId="{B5013B37-E862-4AA8-B110-1189739A714D}" dt="2025-05-29T04:47:45.732" v="1186" actId="692"/>
          <ac:cxnSpMkLst>
            <pc:docMk/>
            <pc:sldMk cId="1012427449" sldId="289"/>
            <ac:cxnSpMk id="70" creationId="{452A2ABB-5F8C-319F-7145-D7D421832949}"/>
          </ac:cxnSpMkLst>
        </pc:cxnChg>
        <pc:cxnChg chg="mod ord topLvl">
          <ac:chgData name="Nizamudheen" userId="a4881bcb-6c30-427b-8601-960e2ff6c945" providerId="ADAL" clId="{B5013B37-E862-4AA8-B110-1189739A714D}" dt="2025-05-29T06:15:00.842" v="2069" actId="14100"/>
          <ac:cxnSpMkLst>
            <pc:docMk/>
            <pc:sldMk cId="1012427449" sldId="289"/>
            <ac:cxnSpMk id="81" creationId="{FEEB3736-FFF3-E04E-6ABA-85A8ADF36D25}"/>
          </ac:cxnSpMkLst>
        </pc:cxnChg>
        <pc:cxnChg chg="mod topLvl">
          <ac:chgData name="Nizamudheen" userId="a4881bcb-6c30-427b-8601-960e2ff6c945" providerId="ADAL" clId="{B5013B37-E862-4AA8-B110-1189739A714D}" dt="2025-05-29T04:47:12.045" v="1173" actId="692"/>
          <ac:cxnSpMkLst>
            <pc:docMk/>
            <pc:sldMk cId="1012427449" sldId="289"/>
            <ac:cxnSpMk id="82" creationId="{12A4E9A9-13EC-19B7-040F-5D0C55C99724}"/>
          </ac:cxnSpMkLst>
        </pc:cxnChg>
        <pc:cxnChg chg="mod">
          <ac:chgData name="Nizamudheen" userId="a4881bcb-6c30-427b-8601-960e2ff6c945" providerId="ADAL" clId="{B5013B37-E862-4AA8-B110-1189739A714D}" dt="2025-05-29T04:09:02.209" v="842" actId="571"/>
          <ac:cxnSpMkLst>
            <pc:docMk/>
            <pc:sldMk cId="1012427449" sldId="289"/>
            <ac:cxnSpMk id="87" creationId="{37FB9DF2-0ED9-CB3F-01A5-B05CBFC08958}"/>
          </ac:cxnSpMkLst>
        </pc:cxnChg>
        <pc:cxnChg chg="mod">
          <ac:chgData name="Nizamudheen" userId="a4881bcb-6c30-427b-8601-960e2ff6c945" providerId="ADAL" clId="{B5013B37-E862-4AA8-B110-1189739A714D}" dt="2025-05-29T04:09:02.209" v="842" actId="571"/>
          <ac:cxnSpMkLst>
            <pc:docMk/>
            <pc:sldMk cId="1012427449" sldId="289"/>
            <ac:cxnSpMk id="88" creationId="{5362A78B-A654-5CD6-6110-832326D9C90B}"/>
          </ac:cxnSpMkLst>
        </pc:cxnChg>
        <pc:cxnChg chg="add mod ord">
          <ac:chgData name="Nizamudheen" userId="a4881bcb-6c30-427b-8601-960e2ff6c945" providerId="ADAL" clId="{B5013B37-E862-4AA8-B110-1189739A714D}" dt="2025-05-29T04:41:01.114" v="1135" actId="692"/>
          <ac:cxnSpMkLst>
            <pc:docMk/>
            <pc:sldMk cId="1012427449" sldId="289"/>
            <ac:cxnSpMk id="89" creationId="{C0C609C4-A1D5-E500-3AD3-6637CFFC240A}"/>
          </ac:cxnSpMkLst>
        </pc:cxnChg>
        <pc:cxnChg chg="add mod">
          <ac:chgData name="Nizamudheen" userId="a4881bcb-6c30-427b-8601-960e2ff6c945" providerId="ADAL" clId="{B5013B37-E862-4AA8-B110-1189739A714D}" dt="2025-05-29T04:41:01.114" v="1135" actId="692"/>
          <ac:cxnSpMkLst>
            <pc:docMk/>
            <pc:sldMk cId="1012427449" sldId="289"/>
            <ac:cxnSpMk id="96" creationId="{1015792B-23BF-98D1-24D2-D1D672E05E03}"/>
          </ac:cxnSpMkLst>
        </pc:cxnChg>
        <pc:cxnChg chg="add del">
          <ac:chgData name="Nizamudheen" userId="a4881bcb-6c30-427b-8601-960e2ff6c945" providerId="ADAL" clId="{B5013B37-E862-4AA8-B110-1189739A714D}" dt="2025-05-29T04:12:58.735" v="916" actId="478"/>
          <ac:cxnSpMkLst>
            <pc:docMk/>
            <pc:sldMk cId="1012427449" sldId="289"/>
            <ac:cxnSpMk id="100" creationId="{4568108E-B5CD-0A22-451D-2C5BFC35F539}"/>
          </ac:cxnSpMkLst>
        </pc:cxnChg>
        <pc:cxnChg chg="add mod">
          <ac:chgData name="Nizamudheen" userId="a4881bcb-6c30-427b-8601-960e2ff6c945" providerId="ADAL" clId="{B5013B37-E862-4AA8-B110-1189739A714D}" dt="2025-05-29T04:48:48.947" v="1196" actId="692"/>
          <ac:cxnSpMkLst>
            <pc:docMk/>
            <pc:sldMk cId="1012427449" sldId="289"/>
            <ac:cxnSpMk id="101" creationId="{3C2E3635-0794-56DC-E660-6F868979A4C3}"/>
          </ac:cxnSpMkLst>
        </pc:cxnChg>
        <pc:cxnChg chg="mod">
          <ac:chgData name="Nizamudheen" userId="a4881bcb-6c30-427b-8601-960e2ff6c945" providerId="ADAL" clId="{B5013B37-E862-4AA8-B110-1189739A714D}" dt="2025-05-29T04:41:01.114" v="1135" actId="692"/>
          <ac:cxnSpMkLst>
            <pc:docMk/>
            <pc:sldMk cId="1012427449" sldId="289"/>
            <ac:cxnSpMk id="105" creationId="{48C7DFEE-1073-423B-61A2-F5CB16CC824B}"/>
          </ac:cxnSpMkLst>
        </pc:cxnChg>
        <pc:cxnChg chg="mod topLvl">
          <ac:chgData name="Nizamudheen" userId="a4881bcb-6c30-427b-8601-960e2ff6c945" providerId="ADAL" clId="{B5013B37-E862-4AA8-B110-1189739A714D}" dt="2025-05-29T04:46:26.567" v="1165" actId="165"/>
          <ac:cxnSpMkLst>
            <pc:docMk/>
            <pc:sldMk cId="1012427449" sldId="289"/>
            <ac:cxnSpMk id="106" creationId="{2D4C8C68-F003-9037-1870-B57E9046E8D8}"/>
          </ac:cxnSpMkLst>
        </pc:cxnChg>
        <pc:cxnChg chg="mod topLvl">
          <ac:chgData name="Nizamudheen" userId="a4881bcb-6c30-427b-8601-960e2ff6c945" providerId="ADAL" clId="{B5013B37-E862-4AA8-B110-1189739A714D}" dt="2025-05-29T04:50:08.736" v="1208" actId="692"/>
          <ac:cxnSpMkLst>
            <pc:docMk/>
            <pc:sldMk cId="1012427449" sldId="289"/>
            <ac:cxnSpMk id="107" creationId="{3286BF15-6F02-FCCB-05CD-E18E49E865C8}"/>
          </ac:cxnSpMkLst>
        </pc:cxnChg>
      </pc:sldChg>
      <pc:sldChg chg="addSp delSp modSp add mod">
        <pc:chgData name="Nizamudheen" userId="a4881bcb-6c30-427b-8601-960e2ff6c945" providerId="ADAL" clId="{B5013B37-E862-4AA8-B110-1189739A714D}" dt="2025-05-29T10:02:57.515" v="2290" actId="207"/>
        <pc:sldMkLst>
          <pc:docMk/>
          <pc:sldMk cId="2333969276" sldId="290"/>
        </pc:sldMkLst>
        <pc:spChg chg="add del">
          <ac:chgData name="Nizamudheen" userId="a4881bcb-6c30-427b-8601-960e2ff6c945" providerId="ADAL" clId="{B5013B37-E862-4AA8-B110-1189739A714D}" dt="2025-05-29T09:56:28.799" v="2233" actId="22"/>
          <ac:spMkLst>
            <pc:docMk/>
            <pc:sldMk cId="2333969276" sldId="290"/>
            <ac:spMk id="3" creationId="{9ECD90F2-6BB8-D8E8-BC49-98B5ECCEB022}"/>
          </ac:spMkLst>
        </pc:spChg>
        <pc:spChg chg="add mod topLvl">
          <ac:chgData name="Nizamudheen" userId="a4881bcb-6c30-427b-8601-960e2ff6c945" providerId="ADAL" clId="{B5013B37-E862-4AA8-B110-1189739A714D}" dt="2025-05-29T10:00:13.762" v="2274" actId="12788"/>
          <ac:spMkLst>
            <pc:docMk/>
            <pc:sldMk cId="2333969276" sldId="290"/>
            <ac:spMk id="4" creationId="{FB3F17A0-AC03-9DF1-09BD-9EA12EED3BA1}"/>
          </ac:spMkLst>
        </pc:spChg>
        <pc:spChg chg="mod topLvl">
          <ac:chgData name="Nizamudheen" userId="a4881bcb-6c30-427b-8601-960e2ff6c945" providerId="ADAL" clId="{B5013B37-E862-4AA8-B110-1189739A714D}" dt="2025-05-29T10:00:17.921" v="2278" actId="1035"/>
          <ac:spMkLst>
            <pc:docMk/>
            <pc:sldMk cId="2333969276" sldId="290"/>
            <ac:spMk id="9" creationId="{DE71193E-BBC0-BD2E-4DF7-3A78EAB3C690}"/>
          </ac:spMkLst>
        </pc:spChg>
        <pc:spChg chg="mod">
          <ac:chgData name="Nizamudheen" userId="a4881bcb-6c30-427b-8601-960e2ff6c945" providerId="ADAL" clId="{B5013B37-E862-4AA8-B110-1189739A714D}" dt="2025-05-29T09:53:41.601" v="2219" actId="2711"/>
          <ac:spMkLst>
            <pc:docMk/>
            <pc:sldMk cId="2333969276" sldId="290"/>
            <ac:spMk id="19" creationId="{FD9D83F7-4DFC-F388-CB61-E3EE2F1BFAD6}"/>
          </ac:spMkLst>
        </pc:spChg>
        <pc:spChg chg="mod">
          <ac:chgData name="Nizamudheen" userId="a4881bcb-6c30-427b-8601-960e2ff6c945" providerId="ADAL" clId="{B5013B37-E862-4AA8-B110-1189739A714D}" dt="2025-05-29T09:53:41.601" v="2219" actId="2711"/>
          <ac:spMkLst>
            <pc:docMk/>
            <pc:sldMk cId="2333969276" sldId="290"/>
            <ac:spMk id="22" creationId="{DFE8E9C1-77E0-E965-4B00-CFFD950B0E63}"/>
          </ac:spMkLst>
        </pc:spChg>
        <pc:spChg chg="mod">
          <ac:chgData name="Nizamudheen" userId="a4881bcb-6c30-427b-8601-960e2ff6c945" providerId="ADAL" clId="{B5013B37-E862-4AA8-B110-1189739A714D}" dt="2025-05-29T10:02:57.515" v="2290" actId="207"/>
          <ac:spMkLst>
            <pc:docMk/>
            <pc:sldMk cId="2333969276" sldId="290"/>
            <ac:spMk id="50" creationId="{CCB312E7-A4E1-723C-E0BE-46A2819AC379}"/>
          </ac:spMkLst>
        </pc:spChg>
        <pc:spChg chg="mod">
          <ac:chgData name="Nizamudheen" userId="a4881bcb-6c30-427b-8601-960e2ff6c945" providerId="ADAL" clId="{B5013B37-E862-4AA8-B110-1189739A714D}" dt="2025-05-29T09:54:42.012" v="2222" actId="2711"/>
          <ac:spMkLst>
            <pc:docMk/>
            <pc:sldMk cId="2333969276" sldId="290"/>
            <ac:spMk id="51" creationId="{E7FD5D51-C1DA-2C9C-D1B9-01ABFB69A16E}"/>
          </ac:spMkLst>
        </pc:spChg>
        <pc:spChg chg="mod">
          <ac:chgData name="Nizamudheen" userId="a4881bcb-6c30-427b-8601-960e2ff6c945" providerId="ADAL" clId="{B5013B37-E862-4AA8-B110-1189739A714D}" dt="2025-05-29T09:53:41.601" v="2219" actId="2711"/>
          <ac:spMkLst>
            <pc:docMk/>
            <pc:sldMk cId="2333969276" sldId="290"/>
            <ac:spMk id="54" creationId="{DF289E1E-59F3-FE98-5692-75F42DA0EBD7}"/>
          </ac:spMkLst>
        </pc:spChg>
        <pc:spChg chg="mod">
          <ac:chgData name="Nizamudheen" userId="a4881bcb-6c30-427b-8601-960e2ff6c945" providerId="ADAL" clId="{B5013B37-E862-4AA8-B110-1189739A714D}" dt="2025-05-29T09:53:41.601" v="2219" actId="2711"/>
          <ac:spMkLst>
            <pc:docMk/>
            <pc:sldMk cId="2333969276" sldId="290"/>
            <ac:spMk id="57" creationId="{B5F1003B-E706-0D7D-857A-E06B65950148}"/>
          </ac:spMkLst>
        </pc:spChg>
        <pc:spChg chg="del">
          <ac:chgData name="Nizamudheen" userId="a4881bcb-6c30-427b-8601-960e2ff6c945" providerId="ADAL" clId="{B5013B37-E862-4AA8-B110-1189739A714D}" dt="2025-05-29T06:15:09.546" v="2074" actId="478"/>
          <ac:spMkLst>
            <pc:docMk/>
            <pc:sldMk cId="2333969276" sldId="290"/>
            <ac:spMk id="66" creationId="{1EBB06E3-0F31-E5A9-21BE-36462570CF1C}"/>
          </ac:spMkLst>
        </pc:spChg>
        <pc:spChg chg="del">
          <ac:chgData name="Nizamudheen" userId="a4881bcb-6c30-427b-8601-960e2ff6c945" providerId="ADAL" clId="{B5013B37-E862-4AA8-B110-1189739A714D}" dt="2025-05-29T06:15:10.248" v="2075" actId="478"/>
          <ac:spMkLst>
            <pc:docMk/>
            <pc:sldMk cId="2333969276" sldId="290"/>
            <ac:spMk id="80" creationId="{F1F920E8-E54E-6AF5-DFCD-BB8125E4C5C6}"/>
          </ac:spMkLst>
        </pc:spChg>
        <pc:spChg chg="mod">
          <ac:chgData name="Nizamudheen" userId="a4881bcb-6c30-427b-8601-960e2ff6c945" providerId="ADAL" clId="{B5013B37-E862-4AA8-B110-1189739A714D}" dt="2025-05-29T10:02:57.515" v="2290" actId="207"/>
          <ac:spMkLst>
            <pc:docMk/>
            <pc:sldMk cId="2333969276" sldId="290"/>
            <ac:spMk id="93" creationId="{05DAE226-BF2D-7FAD-8AC6-CB36B728F323}"/>
          </ac:spMkLst>
        </pc:spChg>
        <pc:spChg chg="mod">
          <ac:chgData name="Nizamudheen" userId="a4881bcb-6c30-427b-8601-960e2ff6c945" providerId="ADAL" clId="{B5013B37-E862-4AA8-B110-1189739A714D}" dt="2025-05-29T09:54:42.012" v="2222" actId="2711"/>
          <ac:spMkLst>
            <pc:docMk/>
            <pc:sldMk cId="2333969276" sldId="290"/>
            <ac:spMk id="94" creationId="{7707695E-CB3D-8788-E016-E0576B69DAE5}"/>
          </ac:spMkLst>
        </pc:spChg>
        <pc:spChg chg="mod">
          <ac:chgData name="Nizamudheen" userId="a4881bcb-6c30-427b-8601-960e2ff6c945" providerId="ADAL" clId="{B5013B37-E862-4AA8-B110-1189739A714D}" dt="2025-05-29T09:53:41.601" v="2219" actId="2711"/>
          <ac:spMkLst>
            <pc:docMk/>
            <pc:sldMk cId="2333969276" sldId="290"/>
            <ac:spMk id="102" creationId="{29FB328A-E41F-8E1F-C217-F3564C0A20EE}"/>
          </ac:spMkLst>
        </pc:spChg>
        <pc:spChg chg="mod">
          <ac:chgData name="Nizamudheen" userId="a4881bcb-6c30-427b-8601-960e2ff6c945" providerId="ADAL" clId="{B5013B37-E862-4AA8-B110-1189739A714D}" dt="2025-05-29T09:53:41.601" v="2219" actId="2711"/>
          <ac:spMkLst>
            <pc:docMk/>
            <pc:sldMk cId="2333969276" sldId="290"/>
            <ac:spMk id="109" creationId="{172B9DF7-F9B7-6A46-03E1-1E4A27DE1B3A}"/>
          </ac:spMkLst>
        </pc:spChg>
        <pc:spChg chg="mod">
          <ac:chgData name="Nizamudheen" userId="a4881bcb-6c30-427b-8601-960e2ff6c945" providerId="ADAL" clId="{B5013B37-E862-4AA8-B110-1189739A714D}" dt="2025-05-29T10:02:57.515" v="2290" actId="207"/>
          <ac:spMkLst>
            <pc:docMk/>
            <pc:sldMk cId="2333969276" sldId="290"/>
            <ac:spMk id="114" creationId="{FD030F19-496B-BB8F-5747-5140E48D1C7A}"/>
          </ac:spMkLst>
        </pc:spChg>
        <pc:spChg chg="mod">
          <ac:chgData name="Nizamudheen" userId="a4881bcb-6c30-427b-8601-960e2ff6c945" providerId="ADAL" clId="{B5013B37-E862-4AA8-B110-1189739A714D}" dt="2025-05-29T10:02:57.515" v="2290" actId="207"/>
          <ac:spMkLst>
            <pc:docMk/>
            <pc:sldMk cId="2333969276" sldId="290"/>
            <ac:spMk id="115" creationId="{27D9CAB2-1D49-59F2-EC89-3BFACC5930F1}"/>
          </ac:spMkLst>
        </pc:spChg>
        <pc:spChg chg="mod">
          <ac:chgData name="Nizamudheen" userId="a4881bcb-6c30-427b-8601-960e2ff6c945" providerId="ADAL" clId="{B5013B37-E862-4AA8-B110-1189739A714D}" dt="2025-05-29T09:54:42.012" v="2222" actId="2711"/>
          <ac:spMkLst>
            <pc:docMk/>
            <pc:sldMk cId="2333969276" sldId="290"/>
            <ac:spMk id="119" creationId="{AA79A9EC-2E23-4BB0-E9AB-FC60C0395644}"/>
          </ac:spMkLst>
        </pc:spChg>
        <pc:spChg chg="mod">
          <ac:chgData name="Nizamudheen" userId="a4881bcb-6c30-427b-8601-960e2ff6c945" providerId="ADAL" clId="{B5013B37-E862-4AA8-B110-1189739A714D}" dt="2025-05-29T09:53:41.601" v="2219" actId="2711"/>
          <ac:spMkLst>
            <pc:docMk/>
            <pc:sldMk cId="2333969276" sldId="290"/>
            <ac:spMk id="121" creationId="{95D674EF-A971-99FC-9793-B5C11D918980}"/>
          </ac:spMkLst>
        </pc:spChg>
        <pc:spChg chg="mod">
          <ac:chgData name="Nizamudheen" userId="a4881bcb-6c30-427b-8601-960e2ff6c945" providerId="ADAL" clId="{B5013B37-E862-4AA8-B110-1189739A714D}" dt="2025-05-29T09:54:42.012" v="2222" actId="2711"/>
          <ac:spMkLst>
            <pc:docMk/>
            <pc:sldMk cId="2333969276" sldId="290"/>
            <ac:spMk id="122" creationId="{806B768A-7E95-44B9-DF1F-A38E3A89C894}"/>
          </ac:spMkLst>
        </pc:spChg>
        <pc:spChg chg="mod">
          <ac:chgData name="Nizamudheen" userId="a4881bcb-6c30-427b-8601-960e2ff6c945" providerId="ADAL" clId="{B5013B37-E862-4AA8-B110-1189739A714D}" dt="2025-05-29T09:53:41.601" v="2219" actId="2711"/>
          <ac:spMkLst>
            <pc:docMk/>
            <pc:sldMk cId="2333969276" sldId="290"/>
            <ac:spMk id="124" creationId="{3A42B967-9A89-2FAB-0067-A99B16D10106}"/>
          </ac:spMkLst>
        </pc:spChg>
        <pc:spChg chg="mod">
          <ac:chgData name="Nizamudheen" userId="a4881bcb-6c30-427b-8601-960e2ff6c945" providerId="ADAL" clId="{B5013B37-E862-4AA8-B110-1189739A714D}" dt="2025-05-29T09:53:41.601" v="2219" actId="2711"/>
          <ac:spMkLst>
            <pc:docMk/>
            <pc:sldMk cId="2333969276" sldId="290"/>
            <ac:spMk id="127" creationId="{86A2FAAC-FC04-B1BC-8A48-6557E2BF1C69}"/>
          </ac:spMkLst>
        </pc:spChg>
        <pc:spChg chg="mod">
          <ac:chgData name="Nizamudheen" userId="a4881bcb-6c30-427b-8601-960e2ff6c945" providerId="ADAL" clId="{B5013B37-E862-4AA8-B110-1189739A714D}" dt="2025-05-29T09:53:41.601" v="2219" actId="2711"/>
          <ac:spMkLst>
            <pc:docMk/>
            <pc:sldMk cId="2333969276" sldId="290"/>
            <ac:spMk id="129" creationId="{1159E37A-1140-AC43-F1DE-7DAAE93373C2}"/>
          </ac:spMkLst>
        </pc:spChg>
        <pc:grpChg chg="add del mod">
          <ac:chgData name="Nizamudheen" userId="a4881bcb-6c30-427b-8601-960e2ff6c945" providerId="ADAL" clId="{B5013B37-E862-4AA8-B110-1189739A714D}" dt="2025-05-29T09:58:55.635" v="2263" actId="165"/>
          <ac:grpSpMkLst>
            <pc:docMk/>
            <pc:sldMk cId="2333969276" sldId="290"/>
            <ac:grpSpMk id="5" creationId="{8DC3EAF2-4552-4456-28FA-053A7D31D874}"/>
          </ac:grpSpMkLst>
        </pc:grpChg>
        <pc:cxnChg chg="mod ord">
          <ac:chgData name="Nizamudheen" userId="a4881bcb-6c30-427b-8601-960e2ff6c945" providerId="ADAL" clId="{B5013B37-E862-4AA8-B110-1189739A714D}" dt="2025-05-29T06:15:20.282" v="2079" actId="167"/>
          <ac:cxnSpMkLst>
            <pc:docMk/>
            <pc:sldMk cId="2333969276" sldId="290"/>
            <ac:cxnSpMk id="68" creationId="{EA1968A8-0D1D-96AB-0F7F-D9654BBECBA8}"/>
          </ac:cxnSpMkLst>
        </pc:cxnChg>
        <pc:cxnChg chg="mod ord">
          <ac:chgData name="Nizamudheen" userId="a4881bcb-6c30-427b-8601-960e2ff6c945" providerId="ADAL" clId="{B5013B37-E862-4AA8-B110-1189739A714D}" dt="2025-05-29T06:15:15.548" v="2077" actId="167"/>
          <ac:cxnSpMkLst>
            <pc:docMk/>
            <pc:sldMk cId="2333969276" sldId="290"/>
            <ac:cxnSpMk id="81" creationId="{DEC79E55-AF7B-B618-7A95-EE688DC4CBBE}"/>
          </ac:cxnSpMkLst>
        </pc:cxnChg>
      </pc:sldChg>
      <pc:sldChg chg="add del setBg">
        <pc:chgData name="Nizamudheen" userId="a4881bcb-6c30-427b-8601-960e2ff6c945" providerId="ADAL" clId="{B5013B37-E862-4AA8-B110-1189739A714D}" dt="2025-05-29T03:46:49.360" v="527" actId="47"/>
        <pc:sldMkLst>
          <pc:docMk/>
          <pc:sldMk cId="2386319891" sldId="290"/>
        </pc:sldMkLst>
      </pc:sldChg>
      <pc:sldChg chg="add del setBg">
        <pc:chgData name="Nizamudheen" userId="a4881bcb-6c30-427b-8601-960e2ff6c945" providerId="ADAL" clId="{B5013B37-E862-4AA8-B110-1189739A714D}" dt="2025-05-29T03:45:40.915" v="516" actId="47"/>
        <pc:sldMkLst>
          <pc:docMk/>
          <pc:sldMk cId="3160090099" sldId="290"/>
        </pc:sldMkLst>
      </pc:sldChg>
      <pc:sldChg chg="addSp delSp modSp add mod setBg">
        <pc:chgData name="Nizamudheen" userId="a4881bcb-6c30-427b-8601-960e2ff6c945" providerId="ADAL" clId="{B5013B37-E862-4AA8-B110-1189739A714D}" dt="2025-05-30T05:16:33.836" v="2292" actId="478"/>
        <pc:sldMkLst>
          <pc:docMk/>
          <pc:sldMk cId="2943882322" sldId="291"/>
        </pc:sldMkLst>
        <pc:spChg chg="mod">
          <ac:chgData name="Nizamudheen" userId="a4881bcb-6c30-427b-8601-960e2ff6c945" providerId="ADAL" clId="{B5013B37-E862-4AA8-B110-1189739A714D}" dt="2025-05-29T09:58:31.559" v="2261" actId="207"/>
          <ac:spMkLst>
            <pc:docMk/>
            <pc:sldMk cId="2943882322" sldId="291"/>
            <ac:spMk id="3" creationId="{5A171733-229B-9513-F81E-1A3114C2B093}"/>
          </ac:spMkLst>
        </pc:spChg>
        <pc:spChg chg="mod">
          <ac:chgData name="Nizamudheen" userId="a4881bcb-6c30-427b-8601-960e2ff6c945" providerId="ADAL" clId="{B5013B37-E862-4AA8-B110-1189739A714D}" dt="2025-05-29T09:58:41.198" v="2262" actId="207"/>
          <ac:spMkLst>
            <pc:docMk/>
            <pc:sldMk cId="2943882322" sldId="291"/>
            <ac:spMk id="4" creationId="{7AF7DC12-81D5-AC6F-CE0D-CBA56F5C2BDE}"/>
          </ac:spMkLst>
        </pc:spChg>
        <pc:spChg chg="add mod">
          <ac:chgData name="Nizamudheen" userId="a4881bcb-6c30-427b-8601-960e2ff6c945" providerId="ADAL" clId="{B5013B37-E862-4AA8-B110-1189739A714D}" dt="2025-05-29T10:01:25.622" v="2286" actId="207"/>
          <ac:spMkLst>
            <pc:docMk/>
            <pc:sldMk cId="2943882322" sldId="291"/>
            <ac:spMk id="6" creationId="{A550D03C-65CD-3394-FDAD-B957AF7C0BDA}"/>
          </ac:spMkLst>
        </pc:spChg>
        <pc:spChg chg="del mod">
          <ac:chgData name="Nizamudheen" userId="a4881bcb-6c30-427b-8601-960e2ff6c945" providerId="ADAL" clId="{B5013B37-E862-4AA8-B110-1189739A714D}" dt="2025-05-29T09:58:22.615" v="2259" actId="478"/>
          <ac:spMkLst>
            <pc:docMk/>
            <pc:sldMk cId="2943882322" sldId="291"/>
            <ac:spMk id="9" creationId="{3B4ABF48-D0F1-9C52-ED30-0CAF149BA735}"/>
          </ac:spMkLst>
        </pc:spChg>
        <pc:spChg chg="add mod">
          <ac:chgData name="Nizamudheen" userId="a4881bcb-6c30-427b-8601-960e2ff6c945" providerId="ADAL" clId="{B5013B37-E862-4AA8-B110-1189739A714D}" dt="2025-05-29T10:01:32.670" v="2288" actId="207"/>
          <ac:spMkLst>
            <pc:docMk/>
            <pc:sldMk cId="2943882322" sldId="291"/>
            <ac:spMk id="10" creationId="{5033D103-E8CC-CE5D-80FB-356869BF5876}"/>
          </ac:spMkLst>
        </pc:spChg>
        <pc:spChg chg="mod">
          <ac:chgData name="Nizamudheen" userId="a4881bcb-6c30-427b-8601-960e2ff6c945" providerId="ADAL" clId="{B5013B37-E862-4AA8-B110-1189739A714D}" dt="2025-05-29T06:59:54.946" v="2127" actId="207"/>
          <ac:spMkLst>
            <pc:docMk/>
            <pc:sldMk cId="2943882322" sldId="291"/>
            <ac:spMk id="15" creationId="{C0198B0A-1181-8726-35C6-A4DF15C0B2AB}"/>
          </ac:spMkLst>
        </pc:spChg>
        <pc:spChg chg="mod">
          <ac:chgData name="Nizamudheen" userId="a4881bcb-6c30-427b-8601-960e2ff6c945" providerId="ADAL" clId="{B5013B37-E862-4AA8-B110-1189739A714D}" dt="2025-05-29T06:59:54.946" v="2127" actId="207"/>
          <ac:spMkLst>
            <pc:docMk/>
            <pc:sldMk cId="2943882322" sldId="291"/>
            <ac:spMk id="17" creationId="{23ABA54B-C206-C7A9-2891-50C458D3786B}"/>
          </ac:spMkLst>
        </pc:spChg>
        <pc:spChg chg="mod">
          <ac:chgData name="Nizamudheen" userId="a4881bcb-6c30-427b-8601-960e2ff6c945" providerId="ADAL" clId="{B5013B37-E862-4AA8-B110-1189739A714D}" dt="2025-05-29T06:55:47.606" v="2098" actId="207"/>
          <ac:spMkLst>
            <pc:docMk/>
            <pc:sldMk cId="2943882322" sldId="291"/>
            <ac:spMk id="19" creationId="{7989411D-51E8-C58F-273D-47AFE983F5BE}"/>
          </ac:spMkLst>
        </pc:spChg>
        <pc:spChg chg="mod">
          <ac:chgData name="Nizamudheen" userId="a4881bcb-6c30-427b-8601-960e2ff6c945" providerId="ADAL" clId="{B5013B37-E862-4AA8-B110-1189739A714D}" dt="2025-05-29T06:59:54.946" v="2127" actId="207"/>
          <ac:spMkLst>
            <pc:docMk/>
            <pc:sldMk cId="2943882322" sldId="291"/>
            <ac:spMk id="20" creationId="{1F8C9CCB-F490-D23D-0F4A-E293885B3BB9}"/>
          </ac:spMkLst>
        </pc:spChg>
        <pc:spChg chg="mod">
          <ac:chgData name="Nizamudheen" userId="a4881bcb-6c30-427b-8601-960e2ff6c945" providerId="ADAL" clId="{B5013B37-E862-4AA8-B110-1189739A714D}" dt="2025-05-29T09:54:16.958" v="2220" actId="2711"/>
          <ac:spMkLst>
            <pc:docMk/>
            <pc:sldMk cId="2943882322" sldId="291"/>
            <ac:spMk id="22" creationId="{5273C86F-C088-F0FE-A39A-059DE872A954}"/>
          </ac:spMkLst>
        </pc:spChg>
        <pc:spChg chg="mod">
          <ac:chgData name="Nizamudheen" userId="a4881bcb-6c30-427b-8601-960e2ff6c945" providerId="ADAL" clId="{B5013B37-E862-4AA8-B110-1189739A714D}" dt="2025-05-29T06:59:54.946" v="2127" actId="207"/>
          <ac:spMkLst>
            <pc:docMk/>
            <pc:sldMk cId="2943882322" sldId="291"/>
            <ac:spMk id="23" creationId="{298DC040-5831-DB1E-6BD5-566B2BA931B6}"/>
          </ac:spMkLst>
        </pc:spChg>
        <pc:spChg chg="mod">
          <ac:chgData name="Nizamudheen" userId="a4881bcb-6c30-427b-8601-960e2ff6c945" providerId="ADAL" clId="{B5013B37-E862-4AA8-B110-1189739A714D}" dt="2025-05-29T09:54:16.958" v="2220" actId="2711"/>
          <ac:spMkLst>
            <pc:docMk/>
            <pc:sldMk cId="2943882322" sldId="291"/>
            <ac:spMk id="25" creationId="{F67F09CA-1384-14FA-DE35-AA82FA1CB8C8}"/>
          </ac:spMkLst>
        </pc:spChg>
        <pc:spChg chg="mod">
          <ac:chgData name="Nizamudheen" userId="a4881bcb-6c30-427b-8601-960e2ff6c945" providerId="ADAL" clId="{B5013B37-E862-4AA8-B110-1189739A714D}" dt="2025-05-29T06:56:15.531" v="2112" actId="207"/>
          <ac:spMkLst>
            <pc:docMk/>
            <pc:sldMk cId="2943882322" sldId="291"/>
            <ac:spMk id="50" creationId="{6AA3534C-CC81-8C88-81D1-E48D2D311F66}"/>
          </ac:spMkLst>
        </pc:spChg>
        <pc:spChg chg="mod">
          <ac:chgData name="Nizamudheen" userId="a4881bcb-6c30-427b-8601-960e2ff6c945" providerId="ADAL" clId="{B5013B37-E862-4AA8-B110-1189739A714D}" dt="2025-05-29T09:54:28.940" v="2221" actId="2711"/>
          <ac:spMkLst>
            <pc:docMk/>
            <pc:sldMk cId="2943882322" sldId="291"/>
            <ac:spMk id="51" creationId="{5C0130A8-071E-5EF9-D696-9B18577C88B9}"/>
          </ac:spMkLst>
        </pc:spChg>
        <pc:spChg chg="mod">
          <ac:chgData name="Nizamudheen" userId="a4881bcb-6c30-427b-8601-960e2ff6c945" providerId="ADAL" clId="{B5013B37-E862-4AA8-B110-1189739A714D}" dt="2025-05-29T09:54:16.958" v="2220" actId="2711"/>
          <ac:spMkLst>
            <pc:docMk/>
            <pc:sldMk cId="2943882322" sldId="291"/>
            <ac:spMk id="54" creationId="{E6BF1B82-4345-AE41-124A-996EBCBB78F4}"/>
          </ac:spMkLst>
        </pc:spChg>
        <pc:spChg chg="mod">
          <ac:chgData name="Nizamudheen" userId="a4881bcb-6c30-427b-8601-960e2ff6c945" providerId="ADAL" clId="{B5013B37-E862-4AA8-B110-1189739A714D}" dt="2025-05-29T06:59:54.946" v="2127" actId="207"/>
          <ac:spMkLst>
            <pc:docMk/>
            <pc:sldMk cId="2943882322" sldId="291"/>
            <ac:spMk id="55" creationId="{DD88FE18-5F8D-908A-4A17-C283DC2A107F}"/>
          </ac:spMkLst>
        </pc:spChg>
        <pc:spChg chg="mod">
          <ac:chgData name="Nizamudheen" userId="a4881bcb-6c30-427b-8601-960e2ff6c945" providerId="ADAL" clId="{B5013B37-E862-4AA8-B110-1189739A714D}" dt="2025-05-29T09:54:16.958" v="2220" actId="2711"/>
          <ac:spMkLst>
            <pc:docMk/>
            <pc:sldMk cId="2943882322" sldId="291"/>
            <ac:spMk id="57" creationId="{5C698C56-BC58-1BF0-154C-099D6E26EEC0}"/>
          </ac:spMkLst>
        </pc:spChg>
        <pc:spChg chg="mod">
          <ac:chgData name="Nizamudheen" userId="a4881bcb-6c30-427b-8601-960e2ff6c945" providerId="ADAL" clId="{B5013B37-E862-4AA8-B110-1189739A714D}" dt="2025-05-29T06:59:54.946" v="2127" actId="207"/>
          <ac:spMkLst>
            <pc:docMk/>
            <pc:sldMk cId="2943882322" sldId="291"/>
            <ac:spMk id="58" creationId="{1A3DC72C-1D9B-9B7D-54FB-D5D251270F90}"/>
          </ac:spMkLst>
        </pc:spChg>
        <pc:spChg chg="mod">
          <ac:chgData name="Nizamudheen" userId="a4881bcb-6c30-427b-8601-960e2ff6c945" providerId="ADAL" clId="{B5013B37-E862-4AA8-B110-1189739A714D}" dt="2025-05-29T06:55:47.606" v="2098" actId="207"/>
          <ac:spMkLst>
            <pc:docMk/>
            <pc:sldMk cId="2943882322" sldId="291"/>
            <ac:spMk id="59" creationId="{E2020D31-A71E-FD5C-3307-FFC9EA1BFCA1}"/>
          </ac:spMkLst>
        </pc:spChg>
        <pc:spChg chg="mod">
          <ac:chgData name="Nizamudheen" userId="a4881bcb-6c30-427b-8601-960e2ff6c945" providerId="ADAL" clId="{B5013B37-E862-4AA8-B110-1189739A714D}" dt="2025-05-29T06:59:54.946" v="2127" actId="207"/>
          <ac:spMkLst>
            <pc:docMk/>
            <pc:sldMk cId="2943882322" sldId="291"/>
            <ac:spMk id="60" creationId="{50899F17-34B4-76C3-E6B4-8E3CC419B083}"/>
          </ac:spMkLst>
        </pc:spChg>
        <pc:spChg chg="mod">
          <ac:chgData name="Nizamudheen" userId="a4881bcb-6c30-427b-8601-960e2ff6c945" providerId="ADAL" clId="{B5013B37-E862-4AA8-B110-1189739A714D}" dt="2025-05-29T06:57:52.948" v="2124" actId="692"/>
          <ac:spMkLst>
            <pc:docMk/>
            <pc:sldMk cId="2943882322" sldId="291"/>
            <ac:spMk id="62" creationId="{EAF725C6-D9CB-6F4F-5998-C23F200413D7}"/>
          </ac:spMkLst>
        </pc:spChg>
        <pc:spChg chg="mod">
          <ac:chgData name="Nizamudheen" userId="a4881bcb-6c30-427b-8601-960e2ff6c945" providerId="ADAL" clId="{B5013B37-E862-4AA8-B110-1189739A714D}" dt="2025-05-29T06:57:25.985" v="2120" actId="207"/>
          <ac:spMkLst>
            <pc:docMk/>
            <pc:sldMk cId="2943882322" sldId="291"/>
            <ac:spMk id="63" creationId="{A5511381-A7DE-1401-CFB3-670FFB057E4D}"/>
          </ac:spMkLst>
        </pc:spChg>
        <pc:spChg chg="mod">
          <ac:chgData name="Nizamudheen" userId="a4881bcb-6c30-427b-8601-960e2ff6c945" providerId="ADAL" clId="{B5013B37-E862-4AA8-B110-1189739A714D}" dt="2025-05-29T06:57:30.555" v="2121" actId="207"/>
          <ac:spMkLst>
            <pc:docMk/>
            <pc:sldMk cId="2943882322" sldId="291"/>
            <ac:spMk id="64" creationId="{6EB4EDE6-31DE-C9E1-F4D1-5AA078B8274E}"/>
          </ac:spMkLst>
        </pc:spChg>
        <pc:spChg chg="mod">
          <ac:chgData name="Nizamudheen" userId="a4881bcb-6c30-427b-8601-960e2ff6c945" providerId="ADAL" clId="{B5013B37-E862-4AA8-B110-1189739A714D}" dt="2025-05-29T07:00:49.249" v="2136" actId="207"/>
          <ac:spMkLst>
            <pc:docMk/>
            <pc:sldMk cId="2943882322" sldId="291"/>
            <ac:spMk id="84" creationId="{06EEEBBC-CCDE-8F7D-B6FB-74F0AC99F10B}"/>
          </ac:spMkLst>
        </pc:spChg>
        <pc:spChg chg="mod">
          <ac:chgData name="Nizamudheen" userId="a4881bcb-6c30-427b-8601-960e2ff6c945" providerId="ADAL" clId="{B5013B37-E862-4AA8-B110-1189739A714D}" dt="2025-05-29T07:00:49.249" v="2136" actId="207"/>
          <ac:spMkLst>
            <pc:docMk/>
            <pc:sldMk cId="2943882322" sldId="291"/>
            <ac:spMk id="85" creationId="{DAA82820-9624-9950-EFF4-41A714FB4790}"/>
          </ac:spMkLst>
        </pc:spChg>
        <pc:spChg chg="mod">
          <ac:chgData name="Nizamudheen" userId="a4881bcb-6c30-427b-8601-960e2ff6c945" providerId="ADAL" clId="{B5013B37-E862-4AA8-B110-1189739A714D}" dt="2025-05-29T07:00:49.249" v="2136" actId="207"/>
          <ac:spMkLst>
            <pc:docMk/>
            <pc:sldMk cId="2943882322" sldId="291"/>
            <ac:spMk id="86" creationId="{B46DECF9-ED33-F4C3-5CA1-858445EEB86E}"/>
          </ac:spMkLst>
        </pc:spChg>
        <pc:spChg chg="mod">
          <ac:chgData name="Nizamudheen" userId="a4881bcb-6c30-427b-8601-960e2ff6c945" providerId="ADAL" clId="{B5013B37-E862-4AA8-B110-1189739A714D}" dt="2025-05-29T06:56:15.531" v="2112" actId="207"/>
          <ac:spMkLst>
            <pc:docMk/>
            <pc:sldMk cId="2943882322" sldId="291"/>
            <ac:spMk id="93" creationId="{9743A6B4-653D-6160-84FE-A4BBEEC09B91}"/>
          </ac:spMkLst>
        </pc:spChg>
        <pc:spChg chg="mod">
          <ac:chgData name="Nizamudheen" userId="a4881bcb-6c30-427b-8601-960e2ff6c945" providerId="ADAL" clId="{B5013B37-E862-4AA8-B110-1189739A714D}" dt="2025-05-29T09:54:28.940" v="2221" actId="2711"/>
          <ac:spMkLst>
            <pc:docMk/>
            <pc:sldMk cId="2943882322" sldId="291"/>
            <ac:spMk id="94" creationId="{CD8D2904-583A-DD71-9FE6-A369EB119315}"/>
          </ac:spMkLst>
        </pc:spChg>
        <pc:spChg chg="mod">
          <ac:chgData name="Nizamudheen" userId="a4881bcb-6c30-427b-8601-960e2ff6c945" providerId="ADAL" clId="{B5013B37-E862-4AA8-B110-1189739A714D}" dt="2025-05-29T09:54:16.958" v="2220" actId="2711"/>
          <ac:spMkLst>
            <pc:docMk/>
            <pc:sldMk cId="2943882322" sldId="291"/>
            <ac:spMk id="98" creationId="{74C3B68C-454B-BAD2-122E-7DE78E92E44D}"/>
          </ac:spMkLst>
        </pc:spChg>
        <pc:spChg chg="mod">
          <ac:chgData name="Nizamudheen" userId="a4881bcb-6c30-427b-8601-960e2ff6c945" providerId="ADAL" clId="{B5013B37-E862-4AA8-B110-1189739A714D}" dt="2025-05-29T09:54:16.958" v="2220" actId="2711"/>
          <ac:spMkLst>
            <pc:docMk/>
            <pc:sldMk cId="2943882322" sldId="291"/>
            <ac:spMk id="102" creationId="{E687CE80-8B7B-650E-88DD-927D4D11ADF6}"/>
          </ac:spMkLst>
        </pc:spChg>
        <pc:spChg chg="mod">
          <ac:chgData name="Nizamudheen" userId="a4881bcb-6c30-427b-8601-960e2ff6c945" providerId="ADAL" clId="{B5013B37-E862-4AA8-B110-1189739A714D}" dt="2025-05-29T06:59:54.946" v="2127" actId="207"/>
          <ac:spMkLst>
            <pc:docMk/>
            <pc:sldMk cId="2943882322" sldId="291"/>
            <ac:spMk id="103" creationId="{6C2AD6B1-4F3E-1D7F-77AF-2913B470F922}"/>
          </ac:spMkLst>
        </pc:spChg>
        <pc:spChg chg="mod">
          <ac:chgData name="Nizamudheen" userId="a4881bcb-6c30-427b-8601-960e2ff6c945" providerId="ADAL" clId="{B5013B37-E862-4AA8-B110-1189739A714D}" dt="2025-05-29T09:54:16.958" v="2220" actId="2711"/>
          <ac:spMkLst>
            <pc:docMk/>
            <pc:sldMk cId="2943882322" sldId="291"/>
            <ac:spMk id="104" creationId="{74847EB8-0F01-2D0D-9755-E7AA7F4F66C8}"/>
          </ac:spMkLst>
        </pc:spChg>
        <pc:spChg chg="mod">
          <ac:chgData name="Nizamudheen" userId="a4881bcb-6c30-427b-8601-960e2ff6c945" providerId="ADAL" clId="{B5013B37-E862-4AA8-B110-1189739A714D}" dt="2025-05-29T06:59:54.946" v="2127" actId="207"/>
          <ac:spMkLst>
            <pc:docMk/>
            <pc:sldMk cId="2943882322" sldId="291"/>
            <ac:spMk id="108" creationId="{1599DC39-DDEC-1911-49A5-301840691F08}"/>
          </ac:spMkLst>
        </pc:spChg>
        <pc:spChg chg="mod">
          <ac:chgData name="Nizamudheen" userId="a4881bcb-6c30-427b-8601-960e2ff6c945" providerId="ADAL" clId="{B5013B37-E862-4AA8-B110-1189739A714D}" dt="2025-05-29T06:57:06.419" v="2117" actId="207"/>
          <ac:spMkLst>
            <pc:docMk/>
            <pc:sldMk cId="2943882322" sldId="291"/>
            <ac:spMk id="111" creationId="{0D97ABA6-E8CF-D58D-AF29-6E659013068D}"/>
          </ac:spMkLst>
        </pc:spChg>
        <pc:spChg chg="mod">
          <ac:chgData name="Nizamudheen" userId="a4881bcb-6c30-427b-8601-960e2ff6c945" providerId="ADAL" clId="{B5013B37-E862-4AA8-B110-1189739A714D}" dt="2025-05-29T06:56:15.531" v="2112" actId="207"/>
          <ac:spMkLst>
            <pc:docMk/>
            <pc:sldMk cId="2943882322" sldId="291"/>
            <ac:spMk id="114" creationId="{014EF20D-5909-EC08-979E-1F3E55778AD3}"/>
          </ac:spMkLst>
        </pc:spChg>
        <pc:spChg chg="mod">
          <ac:chgData name="Nizamudheen" userId="a4881bcb-6c30-427b-8601-960e2ff6c945" providerId="ADAL" clId="{B5013B37-E862-4AA8-B110-1189739A714D}" dt="2025-05-29T06:56:15.531" v="2112" actId="207"/>
          <ac:spMkLst>
            <pc:docMk/>
            <pc:sldMk cId="2943882322" sldId="291"/>
            <ac:spMk id="115" creationId="{0BE0D36B-412A-E59B-01F0-B9D4814CE0A9}"/>
          </ac:spMkLst>
        </pc:spChg>
        <pc:spChg chg="mod">
          <ac:chgData name="Nizamudheen" userId="a4881bcb-6c30-427b-8601-960e2ff6c945" providerId="ADAL" clId="{B5013B37-E862-4AA8-B110-1189739A714D}" dt="2025-05-29T09:54:28.940" v="2221" actId="2711"/>
          <ac:spMkLst>
            <pc:docMk/>
            <pc:sldMk cId="2943882322" sldId="291"/>
            <ac:spMk id="119" creationId="{9F674E29-7F80-FE24-490A-42440C045D52}"/>
          </ac:spMkLst>
        </pc:spChg>
        <pc:spChg chg="mod">
          <ac:chgData name="Nizamudheen" userId="a4881bcb-6c30-427b-8601-960e2ff6c945" providerId="ADAL" clId="{B5013B37-E862-4AA8-B110-1189739A714D}" dt="2025-05-29T09:54:16.958" v="2220" actId="2711"/>
          <ac:spMkLst>
            <pc:docMk/>
            <pc:sldMk cId="2943882322" sldId="291"/>
            <ac:spMk id="121" creationId="{34EB9C02-6871-C9FC-1E7A-8DEF30EE3E81}"/>
          </ac:spMkLst>
        </pc:spChg>
        <pc:spChg chg="mod">
          <ac:chgData name="Nizamudheen" userId="a4881bcb-6c30-427b-8601-960e2ff6c945" providerId="ADAL" clId="{B5013B37-E862-4AA8-B110-1189739A714D}" dt="2025-05-29T09:54:28.940" v="2221" actId="2711"/>
          <ac:spMkLst>
            <pc:docMk/>
            <pc:sldMk cId="2943882322" sldId="291"/>
            <ac:spMk id="122" creationId="{DC134E8B-EF81-C772-1B83-6E64D0F51279}"/>
          </ac:spMkLst>
        </pc:spChg>
        <pc:spChg chg="mod">
          <ac:chgData name="Nizamudheen" userId="a4881bcb-6c30-427b-8601-960e2ff6c945" providerId="ADAL" clId="{B5013B37-E862-4AA8-B110-1189739A714D}" dt="2025-05-29T09:54:16.958" v="2220" actId="2711"/>
          <ac:spMkLst>
            <pc:docMk/>
            <pc:sldMk cId="2943882322" sldId="291"/>
            <ac:spMk id="124" creationId="{E0F1AFBD-ED8F-B99F-E98D-1F763590A3B5}"/>
          </ac:spMkLst>
        </pc:spChg>
        <pc:spChg chg="mod">
          <ac:chgData name="Nizamudheen" userId="a4881bcb-6c30-427b-8601-960e2ff6c945" providerId="ADAL" clId="{B5013B37-E862-4AA8-B110-1189739A714D}" dt="2025-05-29T06:59:54.946" v="2127" actId="207"/>
          <ac:spMkLst>
            <pc:docMk/>
            <pc:sldMk cId="2943882322" sldId="291"/>
            <ac:spMk id="126" creationId="{EEA499A4-9A36-F556-2923-32A96BDE8AB3}"/>
          </ac:spMkLst>
        </pc:spChg>
        <pc:spChg chg="mod">
          <ac:chgData name="Nizamudheen" userId="a4881bcb-6c30-427b-8601-960e2ff6c945" providerId="ADAL" clId="{B5013B37-E862-4AA8-B110-1189739A714D}" dt="2025-05-29T09:54:16.958" v="2220" actId="2711"/>
          <ac:spMkLst>
            <pc:docMk/>
            <pc:sldMk cId="2943882322" sldId="291"/>
            <ac:spMk id="127" creationId="{76373EB8-ACEC-6695-1B93-CE64DBDBBB9C}"/>
          </ac:spMkLst>
        </pc:spChg>
        <pc:spChg chg="mod">
          <ac:chgData name="Nizamudheen" userId="a4881bcb-6c30-427b-8601-960e2ff6c945" providerId="ADAL" clId="{B5013B37-E862-4AA8-B110-1189739A714D}" dt="2025-05-29T06:55:47.606" v="2098" actId="207"/>
          <ac:spMkLst>
            <pc:docMk/>
            <pc:sldMk cId="2943882322" sldId="291"/>
            <ac:spMk id="129" creationId="{F60713F8-335E-922A-73D6-907308D3815D}"/>
          </ac:spMkLst>
        </pc:spChg>
        <pc:grpChg chg="add del mod">
          <ac:chgData name="Nizamudheen" userId="a4881bcb-6c30-427b-8601-960e2ff6c945" providerId="ADAL" clId="{B5013B37-E862-4AA8-B110-1189739A714D}" dt="2025-05-30T05:16:33.836" v="2292" actId="478"/>
          <ac:grpSpMkLst>
            <pc:docMk/>
            <pc:sldMk cId="2943882322" sldId="291"/>
            <ac:grpSpMk id="2" creationId="{FEDF193A-9149-55EB-FD6E-127B8CE78273}"/>
          </ac:grpSpMkLst>
        </pc:grpChg>
        <pc:grpChg chg="mod">
          <ac:chgData name="Nizamudheen" userId="a4881bcb-6c30-427b-8601-960e2ff6c945" providerId="ADAL" clId="{B5013B37-E862-4AA8-B110-1189739A714D}" dt="2025-05-29T07:00:49.249" v="2136" actId="207"/>
          <ac:grpSpMkLst>
            <pc:docMk/>
            <pc:sldMk cId="2943882322" sldId="291"/>
            <ac:grpSpMk id="79" creationId="{0490353A-F6AF-621D-B00F-DE214D76DFD2}"/>
          </ac:grpSpMkLst>
        </pc:grpChg>
        <pc:grpChg chg="mod">
          <ac:chgData name="Nizamudheen" userId="a4881bcb-6c30-427b-8601-960e2ff6c945" providerId="ADAL" clId="{B5013B37-E862-4AA8-B110-1189739A714D}" dt="2025-05-29T07:00:49.249" v="2136" actId="207"/>
          <ac:grpSpMkLst>
            <pc:docMk/>
            <pc:sldMk cId="2943882322" sldId="291"/>
            <ac:grpSpMk id="83" creationId="{8197895A-75E8-645D-7527-B38D0BFC1497}"/>
          </ac:grpSpMkLst>
        </pc:grpChg>
        <pc:picChg chg="add del mod">
          <ac:chgData name="Nizamudheen" userId="a4881bcb-6c30-427b-8601-960e2ff6c945" providerId="ADAL" clId="{B5013B37-E862-4AA8-B110-1189739A714D}" dt="2025-05-29T07:04:56.503" v="2189" actId="478"/>
          <ac:picMkLst>
            <pc:docMk/>
            <pc:sldMk cId="2943882322" sldId="291"/>
            <ac:picMk id="3" creationId="{ADD951BD-D7DB-1682-094E-A2A697581366}"/>
          </ac:picMkLst>
        </pc:picChg>
        <pc:picChg chg="add mod">
          <ac:chgData name="Nizamudheen" userId="a4881bcb-6c30-427b-8601-960e2ff6c945" providerId="ADAL" clId="{B5013B37-E862-4AA8-B110-1189739A714D}" dt="2025-05-29T07:03:47.254" v="2171" actId="14100"/>
          <ac:picMkLst>
            <pc:docMk/>
            <pc:sldMk cId="2943882322" sldId="291"/>
            <ac:picMk id="5" creationId="{30C46B40-CD49-511D-5BEE-E6CBDC5E5430}"/>
          </ac:picMkLst>
        </pc:picChg>
        <pc:picChg chg="add mod">
          <ac:chgData name="Nizamudheen" userId="a4881bcb-6c30-427b-8601-960e2ff6c945" providerId="ADAL" clId="{B5013B37-E862-4AA8-B110-1189739A714D}" dt="2025-05-29T07:04:50.638" v="2188" actId="1036"/>
          <ac:picMkLst>
            <pc:docMk/>
            <pc:sldMk cId="2943882322" sldId="291"/>
            <ac:picMk id="7" creationId="{3845A778-BA23-B9E5-58C7-52266E073FEE}"/>
          </ac:picMkLst>
        </pc:picChg>
        <pc:picChg chg="mod">
          <ac:chgData name="Nizamudheen" userId="a4881bcb-6c30-427b-8601-960e2ff6c945" providerId="ADAL" clId="{B5013B37-E862-4AA8-B110-1189739A714D}" dt="2025-05-29T07:00:15.031" v="2128" actId="207"/>
          <ac:picMkLst>
            <pc:docMk/>
            <pc:sldMk cId="2943882322" sldId="291"/>
            <ac:picMk id="8" creationId="{19616FDC-DE99-5C14-8C6F-A62629B19BCB}"/>
          </ac:picMkLst>
        </pc:picChg>
        <pc:picChg chg="add mod">
          <ac:chgData name="Nizamudheen" userId="a4881bcb-6c30-427b-8601-960e2ff6c945" providerId="ADAL" clId="{B5013B37-E862-4AA8-B110-1189739A714D}" dt="2025-05-29T07:06:31.161" v="2209" actId="1036"/>
          <ac:picMkLst>
            <pc:docMk/>
            <pc:sldMk cId="2943882322" sldId="291"/>
            <ac:picMk id="11" creationId="{A707AF71-7B87-41A1-B8F7-778F1A26386B}"/>
          </ac:picMkLst>
        </pc:picChg>
        <pc:picChg chg="del">
          <ac:chgData name="Nizamudheen" userId="a4881bcb-6c30-427b-8601-960e2ff6c945" providerId="ADAL" clId="{B5013B37-E862-4AA8-B110-1189739A714D}" dt="2025-05-29T07:04:00.902" v="2172" actId="478"/>
          <ac:picMkLst>
            <pc:docMk/>
            <pc:sldMk cId="2943882322" sldId="291"/>
            <ac:picMk id="29" creationId="{F4CC5D6A-90F8-EADD-1114-7C1B3B8230E8}"/>
          </ac:picMkLst>
        </pc:picChg>
        <pc:picChg chg="mod">
          <ac:chgData name="Nizamudheen" userId="a4881bcb-6c30-427b-8601-960e2ff6c945" providerId="ADAL" clId="{B5013B37-E862-4AA8-B110-1189739A714D}" dt="2025-05-29T07:00:45.809" v="2135" actId="692"/>
          <ac:picMkLst>
            <pc:docMk/>
            <pc:sldMk cId="2943882322" sldId="291"/>
            <ac:picMk id="69" creationId="{59722947-2689-B1C5-47BA-072B21679A57}"/>
          </ac:picMkLst>
        </pc:picChg>
        <pc:picChg chg="del mod">
          <ac:chgData name="Nizamudheen" userId="a4881bcb-6c30-427b-8601-960e2ff6c945" providerId="ADAL" clId="{B5013B37-E862-4AA8-B110-1189739A714D}" dt="2025-05-29T07:02:00.397" v="2151" actId="478"/>
          <ac:picMkLst>
            <pc:docMk/>
            <pc:sldMk cId="2943882322" sldId="291"/>
            <ac:picMk id="141" creationId="{620FE738-4345-51B6-C2A5-CCDE009B7417}"/>
          </ac:picMkLst>
        </pc:picChg>
        <pc:picChg chg="mod">
          <ac:chgData name="Nizamudheen" userId="a4881bcb-6c30-427b-8601-960e2ff6c945" providerId="ADAL" clId="{B5013B37-E862-4AA8-B110-1189739A714D}" dt="2025-05-29T07:00:54.418" v="2137" actId="207"/>
          <ac:picMkLst>
            <pc:docMk/>
            <pc:sldMk cId="2943882322" sldId="291"/>
            <ac:picMk id="149" creationId="{82C04DCC-FA38-9C93-E67F-ED679FB845D2}"/>
          </ac:picMkLst>
        </pc:picChg>
        <pc:picChg chg="del mod">
          <ac:chgData name="Nizamudheen" userId="a4881bcb-6c30-427b-8601-960e2ff6c945" providerId="ADAL" clId="{B5013B37-E862-4AA8-B110-1189739A714D}" dt="2025-05-29T07:06:39.656" v="2210" actId="478"/>
          <ac:picMkLst>
            <pc:docMk/>
            <pc:sldMk cId="2943882322" sldId="291"/>
            <ac:picMk id="151" creationId="{68B18249-2026-2173-8A96-6BCF8722545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C3651-7C02-4CEA-9A69-B4AEF30CB322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9B0A1-E6B8-484B-BC56-66AD1B39F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082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EACF-9B94-DDF1-AD4A-B982AB46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5349B-99B9-94D4-527E-7F8D0D877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5DC628-8A49-DA43-739A-2AA7EED52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A4B8C-67C2-0212-D3CB-CA8C0553D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B0A1-E6B8-484B-BC56-66AD1B39F08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881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3977A-F927-DB1C-6A0D-A8E07126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6E378-7EB8-A8D2-56E1-6BDAB0EC3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6D0D4-469E-807B-81AF-AAD5EE091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BAE36-E4BE-2368-9F20-C22AB9E58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B0A1-E6B8-484B-BC56-66AD1B39F08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29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55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DAF6-60BB-2D52-ECA6-A8381CA7E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DC01F-7996-9F14-CE6F-25F342385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A6580-C87A-6E48-569A-ACDF4BB4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446F04-7D3C-4C9F-8192-315AFFCA9CF3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8F79B-3F8E-004D-3C4C-A279AF4D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8ECF5-7A01-3440-3FB9-DFC02901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B52F02B-33E5-4603-931C-5B9D05888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27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26822-78BB-ED3E-DA33-2B7F0DE3C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78B4F-C5FC-32AC-52CB-669BD6F26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017C6-2CFF-E4B7-CAFD-400B063CF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FB25F-22FC-5D9F-34EF-04A5FE7366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446F04-7D3C-4C9F-8192-315AFFCA9CF3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57B26-89F1-A3F7-430E-1557D205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1EF9A-CF82-2B4B-0064-D9A873FE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B52F02B-33E5-4603-931C-5B9D05888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26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B3C6-111A-EB7A-7FB5-7B163889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B1E88-1975-C951-9278-800F18DF7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69DFB-FD0C-2155-43F1-28D270E97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7454A-1EEE-00DA-829D-2E7E95F6B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21D945-1FBA-8F36-7F02-7F8E3E0BE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B1804-D17D-B847-E944-1D74E1ECE5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446F04-7D3C-4C9F-8192-315AFFCA9CF3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301FE5-F2F2-F26A-8DA9-80B10574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4678C-CD1F-E8A8-C047-6EDB2097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B52F02B-33E5-4603-931C-5B9D05888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684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3ED5-A6AB-E2B6-F5E8-8FF2A14B7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880233-F1EB-8A71-B91C-29FCB8F7A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446F04-7D3C-4C9F-8192-315AFFCA9CF3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0655A-663F-82E2-7F5F-01207ED02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71616-39F0-57C8-E602-CF811BC6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B52F02B-33E5-4603-931C-5B9D05888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71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729594-0A42-F1BA-BC12-AC0265EB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446F04-7D3C-4C9F-8192-315AFFCA9CF3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2C25A-8D2D-DE05-236D-AAB9A752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B895D-94A4-96C6-F125-AF52AE01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B52F02B-33E5-4603-931C-5B9D05888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871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4584-2EF2-0EDA-DB31-F0F3EA3A5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8EF4E-5935-9D9D-30CB-1B95E59ED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0247D-06DF-E4A9-A8D5-DB791B3FD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69C68-75D9-9F99-A671-269F183454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446F04-7D3C-4C9F-8192-315AFFCA9CF3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9F186-B7CE-C77F-0431-2783CFC4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6CCC4-4220-40A5-DE6D-C9279EBC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B52F02B-33E5-4603-931C-5B9D05888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652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7379D-FDEE-CE99-2DD5-9A94656C6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BF0A37-A733-7471-FA9F-B0C97FD1B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4C6AF-BC7D-5DFF-99AB-53B9295D2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C8B3F-F167-40EB-119C-44F220251E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446F04-7D3C-4C9F-8192-315AFFCA9CF3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26D02-CC4E-537F-86F2-51223F9FC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61A25-6535-CE4E-A7A8-BD1ED938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B52F02B-33E5-4603-931C-5B9D05888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681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36050-F635-3918-ADD5-E46A251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0BBEB-0580-75EE-9AEB-8188085AD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1E1FA-91ED-6DFC-A492-45AC5E34A4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446F04-7D3C-4C9F-8192-315AFFCA9CF3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DE8CF-98B8-26DB-2769-2E4428841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6D89F-DF85-B1A3-34E6-D96BBC18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B52F02B-33E5-4603-931C-5B9D05888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159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0B7AD5-CD1C-1A7B-D56C-DE4A09214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716683-DE00-1786-48CF-1F8B9A422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5D9B2-77F3-FF9C-644C-96D0487780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446F04-7D3C-4C9F-8192-315AFFCA9CF3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FEEA2-AF60-CFAD-1825-B380F8215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5D94D-E670-5407-94C9-4AC0A66F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B52F02B-33E5-4603-931C-5B9D05888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596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98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13.png"/><Relationship Id="rId18" Type="http://schemas.openxmlformats.org/officeDocument/2006/relationships/image" Target="../media/image19.svg"/><Relationship Id="rId3" Type="http://schemas.openxmlformats.org/officeDocument/2006/relationships/image" Target="../media/image20.png"/><Relationship Id="rId21" Type="http://schemas.openxmlformats.org/officeDocument/2006/relationships/image" Target="../media/image28.png"/><Relationship Id="rId7" Type="http://schemas.openxmlformats.org/officeDocument/2006/relationships/image" Target="../media/image22.png"/><Relationship Id="rId12" Type="http://schemas.openxmlformats.org/officeDocument/2006/relationships/image" Target="../media/image12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sv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24.png"/><Relationship Id="rId10" Type="http://schemas.openxmlformats.org/officeDocument/2006/relationships/image" Target="../media/image9.png"/><Relationship Id="rId19" Type="http://schemas.openxmlformats.org/officeDocument/2006/relationships/image" Target="../media/image26.png"/><Relationship Id="rId4" Type="http://schemas.openxmlformats.org/officeDocument/2006/relationships/image" Target="../media/image21.svg"/><Relationship Id="rId9" Type="http://schemas.openxmlformats.org/officeDocument/2006/relationships/image" Target="../media/image8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chemeClr val="accent3">
                <a:lumMod val="20000"/>
              </a:schemeClr>
            </a:gs>
            <a:gs pos="0">
              <a:srgbClr val="6B1D00"/>
            </a:gs>
            <a:gs pos="0">
              <a:schemeClr val="accent3">
                <a:lumMod val="30000"/>
              </a:schemeClr>
            </a:gs>
            <a:gs pos="100000">
              <a:schemeClr val="tx1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E317E-A38A-59BB-8021-1FEA7D24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A1968A8-0D1D-96AB-0F7F-D9654BBECBA8}"/>
              </a:ext>
            </a:extLst>
          </p:cNvPr>
          <p:cNvCxnSpPr>
            <a:cxnSpLocks/>
          </p:cNvCxnSpPr>
          <p:nvPr/>
        </p:nvCxnSpPr>
        <p:spPr>
          <a:xfrm>
            <a:off x="6369571" y="2995426"/>
            <a:ext cx="640828" cy="0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EC79E55-AF7B-B618-7A95-EE688DC4CBBE}"/>
              </a:ext>
            </a:extLst>
          </p:cNvPr>
          <p:cNvCxnSpPr>
            <a:cxnSpLocks/>
          </p:cNvCxnSpPr>
          <p:nvPr/>
        </p:nvCxnSpPr>
        <p:spPr>
          <a:xfrm flipH="1">
            <a:off x="5189193" y="2995426"/>
            <a:ext cx="635190" cy="0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: Diagonal Corners Snipped 114">
            <a:extLst>
              <a:ext uri="{FF2B5EF4-FFF2-40B4-BE49-F238E27FC236}">
                <a16:creationId xmlns:a16="http://schemas.microsoft.com/office/drawing/2014/main" id="{27D9CAB2-1D49-59F2-EC89-3BFACC5930F1}"/>
              </a:ext>
            </a:extLst>
          </p:cNvPr>
          <p:cNvSpPr/>
          <p:nvPr/>
        </p:nvSpPr>
        <p:spPr>
          <a:xfrm>
            <a:off x="658813" y="1511300"/>
            <a:ext cx="3496916" cy="2156743"/>
          </a:xfrm>
          <a:prstGeom prst="snip2DiagRect">
            <a:avLst>
              <a:gd name="adj1" fmla="val 0"/>
              <a:gd name="adj2" fmla="val 8816"/>
            </a:avLst>
          </a:prstGeom>
          <a:solidFill>
            <a:schemeClr val="accent3">
              <a:lumMod val="50000"/>
              <a:alpha val="2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06B768A-7E95-44B9-DF1F-A38E3A89C894}"/>
              </a:ext>
            </a:extLst>
          </p:cNvPr>
          <p:cNvSpPr txBox="1"/>
          <p:nvPr/>
        </p:nvSpPr>
        <p:spPr>
          <a:xfrm>
            <a:off x="882222" y="1689079"/>
            <a:ext cx="209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u="none" strike="noStrike" dirty="0">
                <a:solidFill>
                  <a:schemeClr val="bg1"/>
                </a:solidFill>
                <a:effectLst/>
                <a:latin typeface="+mj-lt"/>
              </a:rPr>
              <a:t>Content Creation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A1FCD27-49E5-629A-FD4F-3D62117DD51E}"/>
              </a:ext>
            </a:extLst>
          </p:cNvPr>
          <p:cNvSpPr/>
          <p:nvPr/>
        </p:nvSpPr>
        <p:spPr>
          <a:xfrm>
            <a:off x="995686" y="2201036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32A778C-5E49-0C7E-5A6C-7AF58D591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6788" y="2292138"/>
            <a:ext cx="289676" cy="2896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ECC0979-9B81-8110-5BB1-F620EA85FE06}"/>
              </a:ext>
            </a:extLst>
          </p:cNvPr>
          <p:cNvSpPr txBox="1"/>
          <p:nvPr/>
        </p:nvSpPr>
        <p:spPr>
          <a:xfrm>
            <a:off x="1467565" y="2298477"/>
            <a:ext cx="934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ChatGPT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9B1515E-2641-F609-B223-BB7AA5DA02F6}"/>
              </a:ext>
            </a:extLst>
          </p:cNvPr>
          <p:cNvSpPr/>
          <p:nvPr/>
        </p:nvSpPr>
        <p:spPr>
          <a:xfrm>
            <a:off x="2654917" y="2201036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 descr="A colorful circle with a black mouth&#10;&#10;AI-generated content may be incorrect.">
            <a:extLst>
              <a:ext uri="{FF2B5EF4-FFF2-40B4-BE49-F238E27FC236}">
                <a16:creationId xmlns:a16="http://schemas.microsoft.com/office/drawing/2014/main" id="{A7FA24BF-CBF5-C338-7645-1E9F5F5C42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994" y="2270113"/>
            <a:ext cx="333727" cy="33372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D9D83F7-4DFC-F388-CB61-E3EE2F1BFAD6}"/>
              </a:ext>
            </a:extLst>
          </p:cNvPr>
          <p:cNvSpPr txBox="1"/>
          <p:nvPr/>
        </p:nvSpPr>
        <p:spPr>
          <a:xfrm>
            <a:off x="3126796" y="2283088"/>
            <a:ext cx="774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Jasper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02576A-D3C9-543F-D5C8-B8F2BCF7E9C8}"/>
              </a:ext>
            </a:extLst>
          </p:cNvPr>
          <p:cNvSpPr/>
          <p:nvPr/>
        </p:nvSpPr>
        <p:spPr>
          <a:xfrm>
            <a:off x="995686" y="2884899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E8E9C1-77E0-E965-4B00-CFFD950B0E63}"/>
              </a:ext>
            </a:extLst>
          </p:cNvPr>
          <p:cNvSpPr txBox="1"/>
          <p:nvPr/>
        </p:nvSpPr>
        <p:spPr>
          <a:xfrm>
            <a:off x="1467565" y="2966951"/>
            <a:ext cx="965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Grammarly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619183F-A174-2B1E-E568-B82D2590FEE4}"/>
              </a:ext>
            </a:extLst>
          </p:cNvPr>
          <p:cNvSpPr/>
          <p:nvPr/>
        </p:nvSpPr>
        <p:spPr>
          <a:xfrm>
            <a:off x="2654917" y="2884899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B4EB3D-6CBF-8D9C-7FFD-3718444DF509}"/>
              </a:ext>
            </a:extLst>
          </p:cNvPr>
          <p:cNvSpPr txBox="1"/>
          <p:nvPr/>
        </p:nvSpPr>
        <p:spPr>
          <a:xfrm>
            <a:off x="3126796" y="2966951"/>
            <a:ext cx="900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Shortly AI</a:t>
            </a:r>
          </a:p>
        </p:txBody>
      </p:sp>
      <p:pic>
        <p:nvPicPr>
          <p:cNvPr id="27" name="Picture 26" descr="A white arrow in a green circle&#10;&#10;AI-generated content may be incorrect.">
            <a:extLst>
              <a:ext uri="{FF2B5EF4-FFF2-40B4-BE49-F238E27FC236}">
                <a16:creationId xmlns:a16="http://schemas.microsoft.com/office/drawing/2014/main" id="{CADB8526-ADE6-C1CF-A366-DEF0730C7D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3" y="2986486"/>
            <a:ext cx="268706" cy="268706"/>
          </a:xfrm>
          <a:prstGeom prst="rect">
            <a:avLst/>
          </a:prstGeom>
        </p:spPr>
      </p:pic>
      <p:pic>
        <p:nvPicPr>
          <p:cNvPr id="29" name="Picture 28" descr="A white feather on a black background&#10;&#10;AI-generated content may be incorrect.">
            <a:extLst>
              <a:ext uri="{FF2B5EF4-FFF2-40B4-BE49-F238E27FC236}">
                <a16:creationId xmlns:a16="http://schemas.microsoft.com/office/drawing/2014/main" id="{9FD883AA-D96D-FE29-9466-FC89C6C7F2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854" y="2936896"/>
            <a:ext cx="218007" cy="367886"/>
          </a:xfrm>
          <a:prstGeom prst="rect">
            <a:avLst/>
          </a:prstGeom>
        </p:spPr>
      </p:pic>
      <p:sp>
        <p:nvSpPr>
          <p:cNvPr id="50" name="Rectangle: Diagonal Corners Snipped 49">
            <a:extLst>
              <a:ext uri="{FF2B5EF4-FFF2-40B4-BE49-F238E27FC236}">
                <a16:creationId xmlns:a16="http://schemas.microsoft.com/office/drawing/2014/main" id="{CCB312E7-A4E1-723C-E0BE-46A2819AC379}"/>
              </a:ext>
            </a:extLst>
          </p:cNvPr>
          <p:cNvSpPr/>
          <p:nvPr/>
        </p:nvSpPr>
        <p:spPr>
          <a:xfrm flipH="1">
            <a:off x="8046244" y="1511300"/>
            <a:ext cx="3496916" cy="2156743"/>
          </a:xfrm>
          <a:prstGeom prst="snip2DiagRect">
            <a:avLst>
              <a:gd name="adj1" fmla="val 0"/>
              <a:gd name="adj2" fmla="val 8816"/>
            </a:avLst>
          </a:prstGeom>
          <a:solidFill>
            <a:schemeClr val="accent3">
              <a:lumMod val="50000"/>
              <a:alpha val="2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FD5D51-C1DA-2C9C-D1B9-01ABFB69A16E}"/>
              </a:ext>
            </a:extLst>
          </p:cNvPr>
          <p:cNvSpPr txBox="1"/>
          <p:nvPr/>
        </p:nvSpPr>
        <p:spPr>
          <a:xfrm>
            <a:off x="8269653" y="1689079"/>
            <a:ext cx="209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u="none" strike="noStrike" dirty="0">
                <a:solidFill>
                  <a:schemeClr val="bg1"/>
                </a:solidFill>
                <a:effectLst/>
                <a:latin typeface="+mj-lt"/>
              </a:rPr>
              <a:t>Design &amp; Visuals	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1370341-2832-EFEC-8BCB-3E7D4C2296F1}"/>
              </a:ext>
            </a:extLst>
          </p:cNvPr>
          <p:cNvSpPr/>
          <p:nvPr/>
        </p:nvSpPr>
        <p:spPr>
          <a:xfrm>
            <a:off x="8383117" y="2201036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289E1E-59F3-FE98-5692-75F42DA0EBD7}"/>
              </a:ext>
            </a:extLst>
          </p:cNvPr>
          <p:cNvSpPr txBox="1"/>
          <p:nvPr/>
        </p:nvSpPr>
        <p:spPr>
          <a:xfrm>
            <a:off x="8854996" y="2298477"/>
            <a:ext cx="1003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Midjourney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F5C8EE7-C15C-C820-3F79-C080DB3BA153}"/>
              </a:ext>
            </a:extLst>
          </p:cNvPr>
          <p:cNvSpPr/>
          <p:nvPr/>
        </p:nvSpPr>
        <p:spPr>
          <a:xfrm>
            <a:off x="10042348" y="2201036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F1003B-E706-0D7D-857A-E06B65950148}"/>
              </a:ext>
            </a:extLst>
          </p:cNvPr>
          <p:cNvSpPr txBox="1"/>
          <p:nvPr/>
        </p:nvSpPr>
        <p:spPr>
          <a:xfrm>
            <a:off x="10514227" y="2283088"/>
            <a:ext cx="625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Canva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8684D29-FB7E-6F80-A021-37A8BE05A82F}"/>
              </a:ext>
            </a:extLst>
          </p:cNvPr>
          <p:cNvSpPr/>
          <p:nvPr/>
        </p:nvSpPr>
        <p:spPr>
          <a:xfrm>
            <a:off x="8383117" y="2884899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5D2DFA-9B00-2717-B3D4-A7EE1A393845}"/>
              </a:ext>
            </a:extLst>
          </p:cNvPr>
          <p:cNvSpPr txBox="1"/>
          <p:nvPr/>
        </p:nvSpPr>
        <p:spPr>
          <a:xfrm>
            <a:off x="8854997" y="2966951"/>
            <a:ext cx="1127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Adobe Firefly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5AA88CD-6C2A-CCF6-84E2-50582E6E2277}"/>
              </a:ext>
            </a:extLst>
          </p:cNvPr>
          <p:cNvSpPr/>
          <p:nvPr/>
        </p:nvSpPr>
        <p:spPr>
          <a:xfrm>
            <a:off x="10042348" y="2884899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2FA4E9-036E-EC70-77BC-4AE5BB19AEF8}"/>
              </a:ext>
            </a:extLst>
          </p:cNvPr>
          <p:cNvSpPr txBox="1"/>
          <p:nvPr/>
        </p:nvSpPr>
        <p:spPr>
          <a:xfrm>
            <a:off x="10514227" y="2966951"/>
            <a:ext cx="625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Figma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3F159AF1-1E4B-A026-967D-7D187BA142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02435" y="2220354"/>
            <a:ext cx="433245" cy="433245"/>
          </a:xfrm>
          <a:prstGeom prst="rect">
            <a:avLst/>
          </a:prstGeom>
        </p:spPr>
      </p:pic>
      <p:pic>
        <p:nvPicPr>
          <p:cNvPr id="74" name="Picture 73" descr="A blue and white circle with a letter&#10;&#10;AI-generated content may be incorrect.">
            <a:extLst>
              <a:ext uri="{FF2B5EF4-FFF2-40B4-BE49-F238E27FC236}">
                <a16:creationId xmlns:a16="http://schemas.microsoft.com/office/drawing/2014/main" id="{8C1298DB-40D8-F161-6FC4-65E33C5014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425" y="2307372"/>
            <a:ext cx="259727" cy="259208"/>
          </a:xfrm>
          <a:prstGeom prst="rect">
            <a:avLst/>
          </a:prstGeom>
        </p:spPr>
      </p:pic>
      <p:grpSp>
        <p:nvGrpSpPr>
          <p:cNvPr id="79" name="Graphic 75">
            <a:extLst>
              <a:ext uri="{FF2B5EF4-FFF2-40B4-BE49-F238E27FC236}">
                <a16:creationId xmlns:a16="http://schemas.microsoft.com/office/drawing/2014/main" id="{5D1FCE71-C93A-F26F-1592-1722C91800D4}"/>
              </a:ext>
            </a:extLst>
          </p:cNvPr>
          <p:cNvGrpSpPr/>
          <p:nvPr/>
        </p:nvGrpSpPr>
        <p:grpSpPr>
          <a:xfrm>
            <a:off x="8515313" y="3001646"/>
            <a:ext cx="207488" cy="238386"/>
            <a:chOff x="8107180" y="2974631"/>
            <a:chExt cx="243177" cy="279390"/>
          </a:xfrm>
          <a:solidFill>
            <a:srgbClr val="FFFFFF"/>
          </a:solidFill>
        </p:grpSpPr>
        <p:grpSp>
          <p:nvGrpSpPr>
            <p:cNvPr id="83" name="Graphic 75">
              <a:extLst>
                <a:ext uri="{FF2B5EF4-FFF2-40B4-BE49-F238E27FC236}">
                  <a16:creationId xmlns:a16="http://schemas.microsoft.com/office/drawing/2014/main" id="{6B6E6A77-B29C-BFBA-396D-09334C6BCC20}"/>
                </a:ext>
              </a:extLst>
            </p:cNvPr>
            <p:cNvGrpSpPr/>
            <p:nvPr/>
          </p:nvGrpSpPr>
          <p:grpSpPr>
            <a:xfrm>
              <a:off x="8107180" y="3023136"/>
              <a:ext cx="224789" cy="230885"/>
              <a:chOff x="8107180" y="3023136"/>
              <a:chExt cx="224789" cy="230885"/>
            </a:xfrm>
            <a:solidFill>
              <a:srgbClr val="FFFFFF"/>
            </a:solidFill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9A51A0DF-9DFD-69B5-3967-1475ED3EB1AD}"/>
                  </a:ext>
                </a:extLst>
              </p:cNvPr>
              <p:cNvSpPr/>
              <p:nvPr/>
            </p:nvSpPr>
            <p:spPr>
              <a:xfrm>
                <a:off x="8107180" y="3023136"/>
                <a:ext cx="149523" cy="230885"/>
              </a:xfrm>
              <a:custGeom>
                <a:avLst/>
                <a:gdLst>
                  <a:gd name="connsiteX0" fmla="*/ 48958 w 149523"/>
                  <a:gd name="connsiteY0" fmla="*/ 227838 h 230885"/>
                  <a:gd name="connsiteX1" fmla="*/ 45910 w 149523"/>
                  <a:gd name="connsiteY1" fmla="*/ 230886 h 230885"/>
                  <a:gd name="connsiteX2" fmla="*/ 2381 w 149523"/>
                  <a:gd name="connsiteY2" fmla="*/ 230886 h 230885"/>
                  <a:gd name="connsiteX3" fmla="*/ 0 w 149523"/>
                  <a:gd name="connsiteY3" fmla="*/ 227838 h 230885"/>
                  <a:gd name="connsiteX4" fmla="*/ 0 w 149523"/>
                  <a:gd name="connsiteY4" fmla="*/ 2762 h 230885"/>
                  <a:gd name="connsiteX5" fmla="*/ 2667 w 149523"/>
                  <a:gd name="connsiteY5" fmla="*/ 0 h 230885"/>
                  <a:gd name="connsiteX6" fmla="*/ 142208 w 149523"/>
                  <a:gd name="connsiteY6" fmla="*/ 0 h 230885"/>
                  <a:gd name="connsiteX7" fmla="*/ 145542 w 149523"/>
                  <a:gd name="connsiteY7" fmla="*/ 2953 h 230885"/>
                  <a:gd name="connsiteX8" fmla="*/ 149447 w 149523"/>
                  <a:gd name="connsiteY8" fmla="*/ 40958 h 230885"/>
                  <a:gd name="connsiteX9" fmla="*/ 146494 w 149523"/>
                  <a:gd name="connsiteY9" fmla="*/ 44006 h 230885"/>
                  <a:gd name="connsiteX10" fmla="*/ 48958 w 149523"/>
                  <a:gd name="connsiteY10" fmla="*/ 44006 h 230885"/>
                  <a:gd name="connsiteX11" fmla="*/ 48958 w 149523"/>
                  <a:gd name="connsiteY11" fmla="*/ 97536 h 230885"/>
                  <a:gd name="connsiteX12" fmla="*/ 136874 w 149523"/>
                  <a:gd name="connsiteY12" fmla="*/ 97536 h 230885"/>
                  <a:gd name="connsiteX13" fmla="*/ 139827 w 149523"/>
                  <a:gd name="connsiteY13" fmla="*/ 100298 h 230885"/>
                  <a:gd name="connsiteX14" fmla="*/ 139827 w 149523"/>
                  <a:gd name="connsiteY14" fmla="*/ 138779 h 230885"/>
                  <a:gd name="connsiteX15" fmla="*/ 137065 w 149523"/>
                  <a:gd name="connsiteY15" fmla="*/ 141542 h 230885"/>
                  <a:gd name="connsiteX16" fmla="*/ 48958 w 149523"/>
                  <a:gd name="connsiteY16" fmla="*/ 141542 h 230885"/>
                  <a:gd name="connsiteX17" fmla="*/ 48958 w 149523"/>
                  <a:gd name="connsiteY17" fmla="*/ 227838 h 230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9523" h="230885">
                    <a:moveTo>
                      <a:pt x="48958" y="227838"/>
                    </a:moveTo>
                    <a:cubicBezTo>
                      <a:pt x="48958" y="229934"/>
                      <a:pt x="48006" y="230886"/>
                      <a:pt x="45910" y="230886"/>
                    </a:cubicBezTo>
                    <a:lnTo>
                      <a:pt x="2381" y="230886"/>
                    </a:lnTo>
                    <a:cubicBezTo>
                      <a:pt x="667" y="230886"/>
                      <a:pt x="0" y="229648"/>
                      <a:pt x="0" y="227838"/>
                    </a:cubicBezTo>
                    <a:lnTo>
                      <a:pt x="0" y="2762"/>
                    </a:lnTo>
                    <a:cubicBezTo>
                      <a:pt x="0" y="762"/>
                      <a:pt x="667" y="0"/>
                      <a:pt x="2667" y="0"/>
                    </a:cubicBezTo>
                    <a:lnTo>
                      <a:pt x="142208" y="0"/>
                    </a:lnTo>
                    <a:cubicBezTo>
                      <a:pt x="144590" y="0"/>
                      <a:pt x="145161" y="667"/>
                      <a:pt x="145542" y="2953"/>
                    </a:cubicBezTo>
                    <a:lnTo>
                      <a:pt x="149447" y="40958"/>
                    </a:lnTo>
                    <a:cubicBezTo>
                      <a:pt x="149828" y="43053"/>
                      <a:pt x="148780" y="44006"/>
                      <a:pt x="146494" y="44006"/>
                    </a:cubicBezTo>
                    <a:lnTo>
                      <a:pt x="48958" y="44006"/>
                    </a:lnTo>
                    <a:lnTo>
                      <a:pt x="48958" y="97536"/>
                    </a:lnTo>
                    <a:lnTo>
                      <a:pt x="136874" y="97536"/>
                    </a:lnTo>
                    <a:cubicBezTo>
                      <a:pt x="138875" y="97536"/>
                      <a:pt x="139827" y="98203"/>
                      <a:pt x="139827" y="100298"/>
                    </a:cubicBezTo>
                    <a:lnTo>
                      <a:pt x="139827" y="138779"/>
                    </a:lnTo>
                    <a:cubicBezTo>
                      <a:pt x="139827" y="140875"/>
                      <a:pt x="138779" y="141542"/>
                      <a:pt x="137065" y="141542"/>
                    </a:cubicBezTo>
                    <a:lnTo>
                      <a:pt x="48958" y="141542"/>
                    </a:lnTo>
                    <a:lnTo>
                      <a:pt x="48958" y="22783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A2A972F9-0767-4130-11E7-6AA41E96CD09}"/>
                  </a:ext>
                </a:extLst>
              </p:cNvPr>
              <p:cNvSpPr/>
              <p:nvPr/>
            </p:nvSpPr>
            <p:spPr>
              <a:xfrm>
                <a:off x="8282726" y="3078857"/>
                <a:ext cx="49244" cy="175069"/>
              </a:xfrm>
              <a:custGeom>
                <a:avLst/>
                <a:gdLst>
                  <a:gd name="connsiteX0" fmla="*/ 0 w 49244"/>
                  <a:gd name="connsiteY0" fmla="*/ 2953 h 175069"/>
                  <a:gd name="connsiteX1" fmla="*/ 2953 w 49244"/>
                  <a:gd name="connsiteY1" fmla="*/ 0 h 175069"/>
                  <a:gd name="connsiteX2" fmla="*/ 46292 w 49244"/>
                  <a:gd name="connsiteY2" fmla="*/ 0 h 175069"/>
                  <a:gd name="connsiteX3" fmla="*/ 49244 w 49244"/>
                  <a:gd name="connsiteY3" fmla="*/ 2857 h 175069"/>
                  <a:gd name="connsiteX4" fmla="*/ 49244 w 49244"/>
                  <a:gd name="connsiteY4" fmla="*/ 171831 h 175069"/>
                  <a:gd name="connsiteX5" fmla="*/ 46006 w 49244"/>
                  <a:gd name="connsiteY5" fmla="*/ 175070 h 175069"/>
                  <a:gd name="connsiteX6" fmla="*/ 3524 w 49244"/>
                  <a:gd name="connsiteY6" fmla="*/ 175070 h 175069"/>
                  <a:gd name="connsiteX7" fmla="*/ 0 w 49244"/>
                  <a:gd name="connsiteY7" fmla="*/ 171736 h 175069"/>
                  <a:gd name="connsiteX8" fmla="*/ 0 w 49244"/>
                  <a:gd name="connsiteY8" fmla="*/ 2857 h 175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244" h="175069">
                    <a:moveTo>
                      <a:pt x="0" y="2953"/>
                    </a:moveTo>
                    <a:cubicBezTo>
                      <a:pt x="0" y="953"/>
                      <a:pt x="952" y="0"/>
                      <a:pt x="2953" y="0"/>
                    </a:cubicBezTo>
                    <a:lnTo>
                      <a:pt x="46292" y="0"/>
                    </a:lnTo>
                    <a:cubicBezTo>
                      <a:pt x="48577" y="0"/>
                      <a:pt x="49244" y="571"/>
                      <a:pt x="49244" y="2857"/>
                    </a:cubicBezTo>
                    <a:lnTo>
                      <a:pt x="49244" y="171831"/>
                    </a:lnTo>
                    <a:cubicBezTo>
                      <a:pt x="49244" y="174117"/>
                      <a:pt x="48577" y="175070"/>
                      <a:pt x="46006" y="175070"/>
                    </a:cubicBezTo>
                    <a:lnTo>
                      <a:pt x="3524" y="175070"/>
                    </a:lnTo>
                    <a:cubicBezTo>
                      <a:pt x="1143" y="175070"/>
                      <a:pt x="0" y="174022"/>
                      <a:pt x="0" y="171736"/>
                    </a:cubicBezTo>
                    <a:lnTo>
                      <a:pt x="0" y="285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99DA3C3-F27A-AEE1-92D9-E1E46DDAA147}"/>
                </a:ext>
              </a:extLst>
            </p:cNvPr>
            <p:cNvSpPr/>
            <p:nvPr/>
          </p:nvSpPr>
          <p:spPr>
            <a:xfrm>
              <a:off x="8264624" y="2974631"/>
              <a:ext cx="85733" cy="85579"/>
            </a:xfrm>
            <a:custGeom>
              <a:avLst/>
              <a:gdLst>
                <a:gd name="connsiteX0" fmla="*/ 53344 w 85733"/>
                <a:gd name="connsiteY0" fmla="*/ 66126 h 85579"/>
                <a:gd name="connsiteX1" fmla="*/ 74871 w 85733"/>
                <a:gd name="connsiteY1" fmla="*/ 70984 h 85579"/>
                <a:gd name="connsiteX2" fmla="*/ 83348 w 85733"/>
                <a:gd name="connsiteY2" fmla="*/ 56411 h 85579"/>
                <a:gd name="connsiteX3" fmla="*/ 68394 w 85733"/>
                <a:gd name="connsiteY3" fmla="*/ 40218 h 85579"/>
                <a:gd name="connsiteX4" fmla="*/ 66298 w 85733"/>
                <a:gd name="connsiteY4" fmla="*/ 32312 h 85579"/>
                <a:gd name="connsiteX5" fmla="*/ 71156 w 85733"/>
                <a:gd name="connsiteY5" fmla="*/ 10786 h 85579"/>
                <a:gd name="connsiteX6" fmla="*/ 56488 w 85733"/>
                <a:gd name="connsiteY6" fmla="*/ 2404 h 85579"/>
                <a:gd name="connsiteX7" fmla="*/ 40295 w 85733"/>
                <a:gd name="connsiteY7" fmla="*/ 17358 h 85579"/>
                <a:gd name="connsiteX8" fmla="*/ 32389 w 85733"/>
                <a:gd name="connsiteY8" fmla="*/ 19454 h 85579"/>
                <a:gd name="connsiteX9" fmla="*/ 10863 w 85733"/>
                <a:gd name="connsiteY9" fmla="*/ 14596 h 85579"/>
                <a:gd name="connsiteX10" fmla="*/ 2386 w 85733"/>
                <a:gd name="connsiteY10" fmla="*/ 29169 h 85579"/>
                <a:gd name="connsiteX11" fmla="*/ 17340 w 85733"/>
                <a:gd name="connsiteY11" fmla="*/ 45362 h 85579"/>
                <a:gd name="connsiteX12" fmla="*/ 19435 w 85733"/>
                <a:gd name="connsiteY12" fmla="*/ 53267 h 85579"/>
                <a:gd name="connsiteX13" fmla="*/ 14578 w 85733"/>
                <a:gd name="connsiteY13" fmla="*/ 74794 h 85579"/>
                <a:gd name="connsiteX14" fmla="*/ 29246 w 85733"/>
                <a:gd name="connsiteY14" fmla="*/ 83176 h 85579"/>
                <a:gd name="connsiteX15" fmla="*/ 45439 w 85733"/>
                <a:gd name="connsiteY15" fmla="*/ 68222 h 85579"/>
                <a:gd name="connsiteX16" fmla="*/ 53344 w 85733"/>
                <a:gd name="connsiteY16" fmla="*/ 66126 h 8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33" h="85579">
                  <a:moveTo>
                    <a:pt x="53344" y="66126"/>
                  </a:moveTo>
                  <a:lnTo>
                    <a:pt x="74871" y="70984"/>
                  </a:lnTo>
                  <a:cubicBezTo>
                    <a:pt x="83348" y="72889"/>
                    <a:pt x="89254" y="62792"/>
                    <a:pt x="83348" y="56411"/>
                  </a:cubicBezTo>
                  <a:lnTo>
                    <a:pt x="68394" y="40218"/>
                  </a:lnTo>
                  <a:cubicBezTo>
                    <a:pt x="66394" y="38123"/>
                    <a:pt x="65632" y="35170"/>
                    <a:pt x="66298" y="32312"/>
                  </a:cubicBezTo>
                  <a:lnTo>
                    <a:pt x="71156" y="10786"/>
                  </a:lnTo>
                  <a:cubicBezTo>
                    <a:pt x="73061" y="2309"/>
                    <a:pt x="62869" y="-3502"/>
                    <a:pt x="56488" y="2404"/>
                  </a:cubicBezTo>
                  <a:lnTo>
                    <a:pt x="40295" y="17358"/>
                  </a:lnTo>
                  <a:cubicBezTo>
                    <a:pt x="38200" y="19358"/>
                    <a:pt x="35152" y="20120"/>
                    <a:pt x="32389" y="19454"/>
                  </a:cubicBezTo>
                  <a:lnTo>
                    <a:pt x="10863" y="14596"/>
                  </a:lnTo>
                  <a:cubicBezTo>
                    <a:pt x="2386" y="12691"/>
                    <a:pt x="-3520" y="22787"/>
                    <a:pt x="2386" y="29169"/>
                  </a:cubicBezTo>
                  <a:lnTo>
                    <a:pt x="17340" y="45362"/>
                  </a:lnTo>
                  <a:cubicBezTo>
                    <a:pt x="19340" y="47457"/>
                    <a:pt x="20102" y="50410"/>
                    <a:pt x="19435" y="53267"/>
                  </a:cubicBezTo>
                  <a:lnTo>
                    <a:pt x="14578" y="74794"/>
                  </a:lnTo>
                  <a:cubicBezTo>
                    <a:pt x="12673" y="83271"/>
                    <a:pt x="22864" y="89081"/>
                    <a:pt x="29246" y="83176"/>
                  </a:cubicBezTo>
                  <a:lnTo>
                    <a:pt x="45439" y="68222"/>
                  </a:lnTo>
                  <a:cubicBezTo>
                    <a:pt x="47534" y="66221"/>
                    <a:pt x="50582" y="65459"/>
                    <a:pt x="53344" y="6612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88" name="Picture 87" descr="A colorful squares and circles&#10;&#10;AI-generated content may be incorrect.">
            <a:extLst>
              <a:ext uri="{FF2B5EF4-FFF2-40B4-BE49-F238E27FC236}">
                <a16:creationId xmlns:a16="http://schemas.microsoft.com/office/drawing/2014/main" id="{D9F660B0-CECE-ED7D-9144-00FC80E660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64" y="2956253"/>
            <a:ext cx="219448" cy="329172"/>
          </a:xfrm>
          <a:prstGeom prst="rect">
            <a:avLst/>
          </a:prstGeom>
        </p:spPr>
      </p:pic>
      <p:sp>
        <p:nvSpPr>
          <p:cNvPr id="93" name="Rectangle: Diagonal Corners Snipped 92">
            <a:extLst>
              <a:ext uri="{FF2B5EF4-FFF2-40B4-BE49-F238E27FC236}">
                <a16:creationId xmlns:a16="http://schemas.microsoft.com/office/drawing/2014/main" id="{05DAE226-BF2D-7FAD-8AC6-CB36B728F323}"/>
              </a:ext>
            </a:extLst>
          </p:cNvPr>
          <p:cNvSpPr/>
          <p:nvPr/>
        </p:nvSpPr>
        <p:spPr>
          <a:xfrm>
            <a:off x="658813" y="4031332"/>
            <a:ext cx="3496916" cy="2156743"/>
          </a:xfrm>
          <a:prstGeom prst="snip2DiagRect">
            <a:avLst>
              <a:gd name="adj1" fmla="val 0"/>
              <a:gd name="adj2" fmla="val 8816"/>
            </a:avLst>
          </a:prstGeom>
          <a:solidFill>
            <a:schemeClr val="accent3">
              <a:lumMod val="50000"/>
              <a:alpha val="2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707695E-CB3D-8788-E016-E0576B69DAE5}"/>
              </a:ext>
            </a:extLst>
          </p:cNvPr>
          <p:cNvSpPr txBox="1"/>
          <p:nvPr/>
        </p:nvSpPr>
        <p:spPr>
          <a:xfrm>
            <a:off x="882221" y="4209111"/>
            <a:ext cx="2225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u="none" strike="noStrike" dirty="0">
                <a:solidFill>
                  <a:schemeClr val="bg1"/>
                </a:solidFill>
                <a:effectLst/>
                <a:latin typeface="+mj-lt"/>
              </a:rPr>
              <a:t>Video &amp; Animation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962A2AD3-AAD7-863B-007C-AB2EF2F3E2B8}"/>
              </a:ext>
            </a:extLst>
          </p:cNvPr>
          <p:cNvSpPr/>
          <p:nvPr/>
        </p:nvSpPr>
        <p:spPr>
          <a:xfrm>
            <a:off x="995686" y="4721068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D229D56-2061-1DC5-06A5-060CAC2C1884}"/>
              </a:ext>
            </a:extLst>
          </p:cNvPr>
          <p:cNvSpPr txBox="1"/>
          <p:nvPr/>
        </p:nvSpPr>
        <p:spPr>
          <a:xfrm>
            <a:off x="1467565" y="4818509"/>
            <a:ext cx="934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 err="1">
                <a:solidFill>
                  <a:schemeClr val="bg1"/>
                </a:solidFill>
                <a:effectLst/>
              </a:rPr>
              <a:t>Pictory</a:t>
            </a:r>
            <a:endParaRPr lang="en-IN" sz="1200" b="0" i="0" u="none" strike="noStrike" dirty="0">
              <a:solidFill>
                <a:schemeClr val="bg1"/>
              </a:solidFill>
              <a:effectLst/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2121A16E-EDA5-7C2A-C3E8-9831034A9358}"/>
              </a:ext>
            </a:extLst>
          </p:cNvPr>
          <p:cNvSpPr/>
          <p:nvPr/>
        </p:nvSpPr>
        <p:spPr>
          <a:xfrm>
            <a:off x="2654917" y="4721068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9FB328A-E41F-8E1F-C217-F3564C0A20EE}"/>
              </a:ext>
            </a:extLst>
          </p:cNvPr>
          <p:cNvSpPr txBox="1"/>
          <p:nvPr/>
        </p:nvSpPr>
        <p:spPr>
          <a:xfrm>
            <a:off x="3126796" y="4803120"/>
            <a:ext cx="966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Runway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F1C8BAE9-AB56-FA7D-F8D0-D9ABE1034435}"/>
              </a:ext>
            </a:extLst>
          </p:cNvPr>
          <p:cNvSpPr/>
          <p:nvPr/>
        </p:nvSpPr>
        <p:spPr>
          <a:xfrm>
            <a:off x="995686" y="5404931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4E3575E-EC19-8AC6-B11D-FE5C915711EB}"/>
              </a:ext>
            </a:extLst>
          </p:cNvPr>
          <p:cNvSpPr txBox="1"/>
          <p:nvPr/>
        </p:nvSpPr>
        <p:spPr>
          <a:xfrm>
            <a:off x="1467565" y="5486983"/>
            <a:ext cx="965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Lumen5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8E28B653-9FDC-F990-CE9B-73A240A5C410}"/>
              </a:ext>
            </a:extLst>
          </p:cNvPr>
          <p:cNvSpPr/>
          <p:nvPr/>
        </p:nvSpPr>
        <p:spPr>
          <a:xfrm>
            <a:off x="2654917" y="5404931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72B9DF7-F9B7-6A46-03E1-1E4A27DE1B3A}"/>
              </a:ext>
            </a:extLst>
          </p:cNvPr>
          <p:cNvSpPr txBox="1"/>
          <p:nvPr/>
        </p:nvSpPr>
        <p:spPr>
          <a:xfrm>
            <a:off x="3126796" y="5486983"/>
            <a:ext cx="900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 err="1">
                <a:solidFill>
                  <a:schemeClr val="bg1"/>
                </a:solidFill>
                <a:effectLst/>
              </a:rPr>
              <a:t>InVideo</a:t>
            </a:r>
            <a:endParaRPr lang="en-IN" sz="1200" b="0" i="0" u="none" strike="noStrike" dirty="0">
              <a:solidFill>
                <a:schemeClr val="bg1"/>
              </a:solidFill>
              <a:effectLst/>
            </a:endParaRPr>
          </a:p>
        </p:txBody>
      </p:sp>
      <p:sp>
        <p:nvSpPr>
          <p:cNvPr id="114" name="Rectangle: Diagonal Corners Snipped 113">
            <a:extLst>
              <a:ext uri="{FF2B5EF4-FFF2-40B4-BE49-F238E27FC236}">
                <a16:creationId xmlns:a16="http://schemas.microsoft.com/office/drawing/2014/main" id="{FD030F19-496B-BB8F-5747-5140E48D1C7A}"/>
              </a:ext>
            </a:extLst>
          </p:cNvPr>
          <p:cNvSpPr/>
          <p:nvPr/>
        </p:nvSpPr>
        <p:spPr>
          <a:xfrm flipH="1">
            <a:off x="8046244" y="4031332"/>
            <a:ext cx="3496916" cy="2156743"/>
          </a:xfrm>
          <a:prstGeom prst="snip2DiagRect">
            <a:avLst>
              <a:gd name="adj1" fmla="val 0"/>
              <a:gd name="adj2" fmla="val 8816"/>
            </a:avLst>
          </a:prstGeom>
          <a:solidFill>
            <a:schemeClr val="accent3">
              <a:lumMod val="50000"/>
              <a:alpha val="2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A79A9EC-2E23-4BB0-E9AB-FC60C0395644}"/>
              </a:ext>
            </a:extLst>
          </p:cNvPr>
          <p:cNvSpPr txBox="1"/>
          <p:nvPr/>
        </p:nvSpPr>
        <p:spPr>
          <a:xfrm>
            <a:off x="8269652" y="4209111"/>
            <a:ext cx="271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u="none" strike="noStrike" dirty="0">
                <a:solidFill>
                  <a:schemeClr val="bg1"/>
                </a:solidFill>
                <a:effectLst/>
                <a:latin typeface="+mj-lt"/>
              </a:rPr>
              <a:t>Analytics &amp; Automation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74C5830B-0226-06BF-E64F-B20DDDA6F29A}"/>
              </a:ext>
            </a:extLst>
          </p:cNvPr>
          <p:cNvSpPr/>
          <p:nvPr/>
        </p:nvSpPr>
        <p:spPr>
          <a:xfrm>
            <a:off x="8383117" y="4721068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5D674EF-A971-99FC-9793-B5C11D918980}"/>
              </a:ext>
            </a:extLst>
          </p:cNvPr>
          <p:cNvSpPr txBox="1"/>
          <p:nvPr/>
        </p:nvSpPr>
        <p:spPr>
          <a:xfrm>
            <a:off x="8854996" y="4818509"/>
            <a:ext cx="1003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Tableau AI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10C9019E-4816-1751-5666-2EB68FE6504F}"/>
              </a:ext>
            </a:extLst>
          </p:cNvPr>
          <p:cNvSpPr/>
          <p:nvPr/>
        </p:nvSpPr>
        <p:spPr>
          <a:xfrm>
            <a:off x="10042348" y="4721068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A42B967-9A89-2FAB-0067-A99B16D10106}"/>
              </a:ext>
            </a:extLst>
          </p:cNvPr>
          <p:cNvSpPr txBox="1"/>
          <p:nvPr/>
        </p:nvSpPr>
        <p:spPr>
          <a:xfrm>
            <a:off x="10514227" y="4803120"/>
            <a:ext cx="680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Zapier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4E1D5AB3-35BB-A47E-C289-984BA04B8C19}"/>
              </a:ext>
            </a:extLst>
          </p:cNvPr>
          <p:cNvSpPr/>
          <p:nvPr/>
        </p:nvSpPr>
        <p:spPr>
          <a:xfrm>
            <a:off x="8383117" y="5404931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6A2FAAC-FC04-B1BC-8A48-6557E2BF1C69}"/>
              </a:ext>
            </a:extLst>
          </p:cNvPr>
          <p:cNvSpPr txBox="1"/>
          <p:nvPr/>
        </p:nvSpPr>
        <p:spPr>
          <a:xfrm>
            <a:off x="8854997" y="5486983"/>
            <a:ext cx="1127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 err="1">
                <a:solidFill>
                  <a:schemeClr val="bg1"/>
                </a:solidFill>
                <a:effectLst/>
              </a:rPr>
              <a:t>Dialogflow</a:t>
            </a:r>
            <a:endParaRPr lang="en-IN" sz="1200" b="0" i="0" u="none" strike="noStrike" dirty="0">
              <a:solidFill>
                <a:schemeClr val="bg1"/>
              </a:solidFill>
              <a:effectLst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C14C43FF-DC3C-7E15-5649-E4694909DBD1}"/>
              </a:ext>
            </a:extLst>
          </p:cNvPr>
          <p:cNvSpPr/>
          <p:nvPr/>
        </p:nvSpPr>
        <p:spPr>
          <a:xfrm>
            <a:off x="10042348" y="5404931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159E37A-1140-AC43-F1DE-7DAAE93373C2}"/>
              </a:ext>
            </a:extLst>
          </p:cNvPr>
          <p:cNvSpPr txBox="1"/>
          <p:nvPr/>
        </p:nvSpPr>
        <p:spPr>
          <a:xfrm>
            <a:off x="10514227" y="5486983"/>
            <a:ext cx="8514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bg1"/>
                </a:solidFill>
                <a:effectLst/>
              </a:rPr>
              <a:t>Power BI</a:t>
            </a: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238E336C-18A6-5B7B-AB7A-7932ECA4A11F}"/>
              </a:ext>
            </a:extLst>
          </p:cNvPr>
          <p:cNvSpPr/>
          <p:nvPr/>
        </p:nvSpPr>
        <p:spPr>
          <a:xfrm>
            <a:off x="4523201" y="1993641"/>
            <a:ext cx="3147761" cy="3247213"/>
          </a:xfrm>
          <a:custGeom>
            <a:avLst/>
            <a:gdLst>
              <a:gd name="connsiteX0" fmla="*/ 1845344 w 3147761"/>
              <a:gd name="connsiteY0" fmla="*/ 2959973 h 3247213"/>
              <a:gd name="connsiteX1" fmla="*/ 1804104 w 3147761"/>
              <a:gd name="connsiteY1" fmla="*/ 3001213 h 3247213"/>
              <a:gd name="connsiteX2" fmla="*/ 1845344 w 3147761"/>
              <a:gd name="connsiteY2" fmla="*/ 3042453 h 3247213"/>
              <a:gd name="connsiteX3" fmla="*/ 1886585 w 3147761"/>
              <a:gd name="connsiteY3" fmla="*/ 3001213 h 3247213"/>
              <a:gd name="connsiteX4" fmla="*/ 1845344 w 3147761"/>
              <a:gd name="connsiteY4" fmla="*/ 2959973 h 3247213"/>
              <a:gd name="connsiteX5" fmla="*/ 1302417 w 3147761"/>
              <a:gd name="connsiteY5" fmla="*/ 2959973 h 3247213"/>
              <a:gd name="connsiteX6" fmla="*/ 1261177 w 3147761"/>
              <a:gd name="connsiteY6" fmla="*/ 3001213 h 3247213"/>
              <a:gd name="connsiteX7" fmla="*/ 1302417 w 3147761"/>
              <a:gd name="connsiteY7" fmla="*/ 3042453 h 3247213"/>
              <a:gd name="connsiteX8" fmla="*/ 1343657 w 3147761"/>
              <a:gd name="connsiteY8" fmla="*/ 3001213 h 3247213"/>
              <a:gd name="connsiteX9" fmla="*/ 1302417 w 3147761"/>
              <a:gd name="connsiteY9" fmla="*/ 2959973 h 3247213"/>
              <a:gd name="connsiteX10" fmla="*/ 1845344 w 3147761"/>
              <a:gd name="connsiteY10" fmla="*/ 2575197 h 3247213"/>
              <a:gd name="connsiteX11" fmla="*/ 1804104 w 3147761"/>
              <a:gd name="connsiteY11" fmla="*/ 2616437 h 3247213"/>
              <a:gd name="connsiteX12" fmla="*/ 1845344 w 3147761"/>
              <a:gd name="connsiteY12" fmla="*/ 2657678 h 3247213"/>
              <a:gd name="connsiteX13" fmla="*/ 1886585 w 3147761"/>
              <a:gd name="connsiteY13" fmla="*/ 2616437 h 3247213"/>
              <a:gd name="connsiteX14" fmla="*/ 1845344 w 3147761"/>
              <a:gd name="connsiteY14" fmla="*/ 2575197 h 3247213"/>
              <a:gd name="connsiteX15" fmla="*/ 1302417 w 3147761"/>
              <a:gd name="connsiteY15" fmla="*/ 2575197 h 3247213"/>
              <a:gd name="connsiteX16" fmla="*/ 1261177 w 3147761"/>
              <a:gd name="connsiteY16" fmla="*/ 2616437 h 3247213"/>
              <a:gd name="connsiteX17" fmla="*/ 1302417 w 3147761"/>
              <a:gd name="connsiteY17" fmla="*/ 2657678 h 3247213"/>
              <a:gd name="connsiteX18" fmla="*/ 1343657 w 3147761"/>
              <a:gd name="connsiteY18" fmla="*/ 2616437 h 3247213"/>
              <a:gd name="connsiteX19" fmla="*/ 1302417 w 3147761"/>
              <a:gd name="connsiteY19" fmla="*/ 2575197 h 3247213"/>
              <a:gd name="connsiteX20" fmla="*/ 1845344 w 3147761"/>
              <a:gd name="connsiteY20" fmla="*/ 2549013 h 3247213"/>
              <a:gd name="connsiteX21" fmla="*/ 1912768 w 3147761"/>
              <a:gd name="connsiteY21" fmla="*/ 2616437 h 3247213"/>
              <a:gd name="connsiteX22" fmla="*/ 1858437 w 3147761"/>
              <a:gd name="connsiteY22" fmla="*/ 2682552 h 3247213"/>
              <a:gd name="connsiteX23" fmla="*/ 1858437 w 3147761"/>
              <a:gd name="connsiteY23" fmla="*/ 2935098 h 3247213"/>
              <a:gd name="connsiteX24" fmla="*/ 1912768 w 3147761"/>
              <a:gd name="connsiteY24" fmla="*/ 3001082 h 3247213"/>
              <a:gd name="connsiteX25" fmla="*/ 1845344 w 3147761"/>
              <a:gd name="connsiteY25" fmla="*/ 3068506 h 3247213"/>
              <a:gd name="connsiteX26" fmla="*/ 1777920 w 3147761"/>
              <a:gd name="connsiteY26" fmla="*/ 3001082 h 3247213"/>
              <a:gd name="connsiteX27" fmla="*/ 1832253 w 3147761"/>
              <a:gd name="connsiteY27" fmla="*/ 2934967 h 3247213"/>
              <a:gd name="connsiteX28" fmla="*/ 1832253 w 3147761"/>
              <a:gd name="connsiteY28" fmla="*/ 2682552 h 3247213"/>
              <a:gd name="connsiteX29" fmla="*/ 1777920 w 3147761"/>
              <a:gd name="connsiteY29" fmla="*/ 2616437 h 3247213"/>
              <a:gd name="connsiteX30" fmla="*/ 1845344 w 3147761"/>
              <a:gd name="connsiteY30" fmla="*/ 2549013 h 3247213"/>
              <a:gd name="connsiteX31" fmla="*/ 1302417 w 3147761"/>
              <a:gd name="connsiteY31" fmla="*/ 2549013 h 3247213"/>
              <a:gd name="connsiteX32" fmla="*/ 1369841 w 3147761"/>
              <a:gd name="connsiteY32" fmla="*/ 2616437 h 3247213"/>
              <a:gd name="connsiteX33" fmla="*/ 1315510 w 3147761"/>
              <a:gd name="connsiteY33" fmla="*/ 2682552 h 3247213"/>
              <a:gd name="connsiteX34" fmla="*/ 1315510 w 3147761"/>
              <a:gd name="connsiteY34" fmla="*/ 2935098 h 3247213"/>
              <a:gd name="connsiteX35" fmla="*/ 1369841 w 3147761"/>
              <a:gd name="connsiteY35" fmla="*/ 3001082 h 3247213"/>
              <a:gd name="connsiteX36" fmla="*/ 1302417 w 3147761"/>
              <a:gd name="connsiteY36" fmla="*/ 3068506 h 3247213"/>
              <a:gd name="connsiteX37" fmla="*/ 1234993 w 3147761"/>
              <a:gd name="connsiteY37" fmla="*/ 3001082 h 3247213"/>
              <a:gd name="connsiteX38" fmla="*/ 1289326 w 3147761"/>
              <a:gd name="connsiteY38" fmla="*/ 2934967 h 3247213"/>
              <a:gd name="connsiteX39" fmla="*/ 1289326 w 3147761"/>
              <a:gd name="connsiteY39" fmla="*/ 2682552 h 3247213"/>
              <a:gd name="connsiteX40" fmla="*/ 1234993 w 3147761"/>
              <a:gd name="connsiteY40" fmla="*/ 2616437 h 3247213"/>
              <a:gd name="connsiteX41" fmla="*/ 1302417 w 3147761"/>
              <a:gd name="connsiteY41" fmla="*/ 2549013 h 3247213"/>
              <a:gd name="connsiteX42" fmla="*/ 2546424 w 3147761"/>
              <a:gd name="connsiteY42" fmla="*/ 2459595 h 3247213"/>
              <a:gd name="connsiteX43" fmla="*/ 2505183 w 3147761"/>
              <a:gd name="connsiteY43" fmla="*/ 2500834 h 3247213"/>
              <a:gd name="connsiteX44" fmla="*/ 2546424 w 3147761"/>
              <a:gd name="connsiteY44" fmla="*/ 2542074 h 3247213"/>
              <a:gd name="connsiteX45" fmla="*/ 2587664 w 3147761"/>
              <a:gd name="connsiteY45" fmla="*/ 2500834 h 3247213"/>
              <a:gd name="connsiteX46" fmla="*/ 2546424 w 3147761"/>
              <a:gd name="connsiteY46" fmla="*/ 2459595 h 3247213"/>
              <a:gd name="connsiteX47" fmla="*/ 601337 w 3147761"/>
              <a:gd name="connsiteY47" fmla="*/ 2459595 h 3247213"/>
              <a:gd name="connsiteX48" fmla="*/ 560097 w 3147761"/>
              <a:gd name="connsiteY48" fmla="*/ 2500834 h 3247213"/>
              <a:gd name="connsiteX49" fmla="*/ 601337 w 3147761"/>
              <a:gd name="connsiteY49" fmla="*/ 2542074 h 3247213"/>
              <a:gd name="connsiteX50" fmla="*/ 642577 w 3147761"/>
              <a:gd name="connsiteY50" fmla="*/ 2500834 h 3247213"/>
              <a:gd name="connsiteX51" fmla="*/ 601337 w 3147761"/>
              <a:gd name="connsiteY51" fmla="*/ 2459595 h 3247213"/>
              <a:gd name="connsiteX52" fmla="*/ 839089 w 3147761"/>
              <a:gd name="connsiteY52" fmla="*/ 2329591 h 3247213"/>
              <a:gd name="connsiteX53" fmla="*/ 797849 w 3147761"/>
              <a:gd name="connsiteY53" fmla="*/ 2370831 h 3247213"/>
              <a:gd name="connsiteX54" fmla="*/ 839089 w 3147761"/>
              <a:gd name="connsiteY54" fmla="*/ 2412071 h 3247213"/>
              <a:gd name="connsiteX55" fmla="*/ 880329 w 3147761"/>
              <a:gd name="connsiteY55" fmla="*/ 2370831 h 3247213"/>
              <a:gd name="connsiteX56" fmla="*/ 839089 w 3147761"/>
              <a:gd name="connsiteY56" fmla="*/ 2329591 h 3247213"/>
              <a:gd name="connsiteX57" fmla="*/ 2308672 w 3147761"/>
              <a:gd name="connsiteY57" fmla="*/ 2329590 h 3247213"/>
              <a:gd name="connsiteX58" fmla="*/ 2267433 w 3147761"/>
              <a:gd name="connsiteY58" fmla="*/ 2370830 h 3247213"/>
              <a:gd name="connsiteX59" fmla="*/ 2308672 w 3147761"/>
              <a:gd name="connsiteY59" fmla="*/ 2412070 h 3247213"/>
              <a:gd name="connsiteX60" fmla="*/ 2349912 w 3147761"/>
              <a:gd name="connsiteY60" fmla="*/ 2370830 h 3247213"/>
              <a:gd name="connsiteX61" fmla="*/ 2308672 w 3147761"/>
              <a:gd name="connsiteY61" fmla="*/ 2329590 h 3247213"/>
              <a:gd name="connsiteX62" fmla="*/ 1129471 w 3147761"/>
              <a:gd name="connsiteY62" fmla="*/ 2039209 h 3247213"/>
              <a:gd name="connsiteX63" fmla="*/ 1088232 w 3147761"/>
              <a:gd name="connsiteY63" fmla="*/ 2080449 h 3247213"/>
              <a:gd name="connsiteX64" fmla="*/ 1129471 w 3147761"/>
              <a:gd name="connsiteY64" fmla="*/ 2121689 h 3247213"/>
              <a:gd name="connsiteX65" fmla="*/ 1170711 w 3147761"/>
              <a:gd name="connsiteY65" fmla="*/ 2080449 h 3247213"/>
              <a:gd name="connsiteX66" fmla="*/ 1129471 w 3147761"/>
              <a:gd name="connsiteY66" fmla="*/ 2039209 h 3247213"/>
              <a:gd name="connsiteX67" fmla="*/ 2018160 w 3147761"/>
              <a:gd name="connsiteY67" fmla="*/ 2039208 h 3247213"/>
              <a:gd name="connsiteX68" fmla="*/ 1976919 w 3147761"/>
              <a:gd name="connsiteY68" fmla="*/ 2080448 h 3247213"/>
              <a:gd name="connsiteX69" fmla="*/ 2018160 w 3147761"/>
              <a:gd name="connsiteY69" fmla="*/ 2121689 h 3247213"/>
              <a:gd name="connsiteX70" fmla="*/ 2059399 w 3147761"/>
              <a:gd name="connsiteY70" fmla="*/ 2080448 h 3247213"/>
              <a:gd name="connsiteX71" fmla="*/ 2018160 w 3147761"/>
              <a:gd name="connsiteY71" fmla="*/ 2039208 h 3247213"/>
              <a:gd name="connsiteX72" fmla="*/ 2018290 w 3147761"/>
              <a:gd name="connsiteY72" fmla="*/ 2013024 h 3247213"/>
              <a:gd name="connsiteX73" fmla="*/ 2085714 w 3147761"/>
              <a:gd name="connsiteY73" fmla="*/ 2080448 h 3247213"/>
              <a:gd name="connsiteX74" fmla="*/ 2074325 w 3147761"/>
              <a:gd name="connsiteY74" fmla="*/ 2117891 h 3247213"/>
              <a:gd name="connsiteX75" fmla="*/ 2271229 w 3147761"/>
              <a:gd name="connsiteY75" fmla="*/ 2314796 h 3247213"/>
              <a:gd name="connsiteX76" fmla="*/ 2308672 w 3147761"/>
              <a:gd name="connsiteY76" fmla="*/ 2303406 h 3247213"/>
              <a:gd name="connsiteX77" fmla="*/ 2376096 w 3147761"/>
              <a:gd name="connsiteY77" fmla="*/ 2370830 h 3247213"/>
              <a:gd name="connsiteX78" fmla="*/ 2308672 w 3147761"/>
              <a:gd name="connsiteY78" fmla="*/ 2438254 h 3247213"/>
              <a:gd name="connsiteX79" fmla="*/ 2241248 w 3147761"/>
              <a:gd name="connsiteY79" fmla="*/ 2370830 h 3247213"/>
              <a:gd name="connsiteX80" fmla="*/ 2252638 w 3147761"/>
              <a:gd name="connsiteY80" fmla="*/ 2333387 h 3247213"/>
              <a:gd name="connsiteX81" fmla="*/ 2055733 w 3147761"/>
              <a:gd name="connsiteY81" fmla="*/ 2136482 h 3247213"/>
              <a:gd name="connsiteX82" fmla="*/ 2018290 w 3147761"/>
              <a:gd name="connsiteY82" fmla="*/ 2147872 h 3247213"/>
              <a:gd name="connsiteX83" fmla="*/ 1950866 w 3147761"/>
              <a:gd name="connsiteY83" fmla="*/ 2080448 h 3247213"/>
              <a:gd name="connsiteX84" fmla="*/ 2018290 w 3147761"/>
              <a:gd name="connsiteY84" fmla="*/ 2013024 h 3247213"/>
              <a:gd name="connsiteX85" fmla="*/ 1129471 w 3147761"/>
              <a:gd name="connsiteY85" fmla="*/ 2012894 h 3247213"/>
              <a:gd name="connsiteX86" fmla="*/ 1196895 w 3147761"/>
              <a:gd name="connsiteY86" fmla="*/ 2080318 h 3247213"/>
              <a:gd name="connsiteX87" fmla="*/ 1129471 w 3147761"/>
              <a:gd name="connsiteY87" fmla="*/ 2147742 h 3247213"/>
              <a:gd name="connsiteX88" fmla="*/ 1092028 w 3147761"/>
              <a:gd name="connsiteY88" fmla="*/ 2136352 h 3247213"/>
              <a:gd name="connsiteX89" fmla="*/ 895123 w 3147761"/>
              <a:gd name="connsiteY89" fmla="*/ 2333257 h 3247213"/>
              <a:gd name="connsiteX90" fmla="*/ 906513 w 3147761"/>
              <a:gd name="connsiteY90" fmla="*/ 2370700 h 3247213"/>
              <a:gd name="connsiteX91" fmla="*/ 839089 w 3147761"/>
              <a:gd name="connsiteY91" fmla="*/ 2438124 h 3247213"/>
              <a:gd name="connsiteX92" fmla="*/ 771665 w 3147761"/>
              <a:gd name="connsiteY92" fmla="*/ 2370700 h 3247213"/>
              <a:gd name="connsiteX93" fmla="*/ 839089 w 3147761"/>
              <a:gd name="connsiteY93" fmla="*/ 2303276 h 3247213"/>
              <a:gd name="connsiteX94" fmla="*/ 876532 w 3147761"/>
              <a:gd name="connsiteY94" fmla="*/ 2314666 h 3247213"/>
              <a:gd name="connsiteX95" fmla="*/ 1073437 w 3147761"/>
              <a:gd name="connsiteY95" fmla="*/ 2117761 h 3247213"/>
              <a:gd name="connsiteX96" fmla="*/ 1062047 w 3147761"/>
              <a:gd name="connsiteY96" fmla="*/ 2080318 h 3247213"/>
              <a:gd name="connsiteX97" fmla="*/ 1129471 w 3147761"/>
              <a:gd name="connsiteY97" fmla="*/ 2012894 h 3247213"/>
              <a:gd name="connsiteX98" fmla="*/ 2767811 w 3147761"/>
              <a:gd name="connsiteY98" fmla="*/ 1859325 h 3247213"/>
              <a:gd name="connsiteX99" fmla="*/ 2726571 w 3147761"/>
              <a:gd name="connsiteY99" fmla="*/ 1900564 h 3247213"/>
              <a:gd name="connsiteX100" fmla="*/ 2767811 w 3147761"/>
              <a:gd name="connsiteY100" fmla="*/ 1941804 h 3247213"/>
              <a:gd name="connsiteX101" fmla="*/ 2809052 w 3147761"/>
              <a:gd name="connsiteY101" fmla="*/ 1900564 h 3247213"/>
              <a:gd name="connsiteX102" fmla="*/ 2767811 w 3147761"/>
              <a:gd name="connsiteY102" fmla="*/ 1859325 h 3247213"/>
              <a:gd name="connsiteX103" fmla="*/ 365615 w 3147761"/>
              <a:gd name="connsiteY103" fmla="*/ 1859325 h 3247213"/>
              <a:gd name="connsiteX104" fmla="*/ 324374 w 3147761"/>
              <a:gd name="connsiteY104" fmla="*/ 1900564 h 3247213"/>
              <a:gd name="connsiteX105" fmla="*/ 365615 w 3147761"/>
              <a:gd name="connsiteY105" fmla="*/ 1941804 h 3247213"/>
              <a:gd name="connsiteX106" fmla="*/ 406855 w 3147761"/>
              <a:gd name="connsiteY106" fmla="*/ 1900564 h 3247213"/>
              <a:gd name="connsiteX107" fmla="*/ 365615 w 3147761"/>
              <a:gd name="connsiteY107" fmla="*/ 1859325 h 3247213"/>
              <a:gd name="connsiteX108" fmla="*/ 1950866 w 3147761"/>
              <a:gd name="connsiteY108" fmla="*/ 1850290 h 3247213"/>
              <a:gd name="connsiteX109" fmla="*/ 2274240 w 3147761"/>
              <a:gd name="connsiteY109" fmla="*/ 1850290 h 3247213"/>
              <a:gd name="connsiteX110" fmla="*/ 2283535 w 3147761"/>
              <a:gd name="connsiteY110" fmla="*/ 1854087 h 3247213"/>
              <a:gd name="connsiteX111" fmla="*/ 2555719 w 3147761"/>
              <a:gd name="connsiteY111" fmla="*/ 2126271 h 3247213"/>
              <a:gd name="connsiteX112" fmla="*/ 2559516 w 3147761"/>
              <a:gd name="connsiteY112" fmla="*/ 2135566 h 3247213"/>
              <a:gd name="connsiteX113" fmla="*/ 2559516 w 3147761"/>
              <a:gd name="connsiteY113" fmla="*/ 2434719 h 3247213"/>
              <a:gd name="connsiteX114" fmla="*/ 2613978 w 3147761"/>
              <a:gd name="connsiteY114" fmla="*/ 2500834 h 3247213"/>
              <a:gd name="connsiteX115" fmla="*/ 2546554 w 3147761"/>
              <a:gd name="connsiteY115" fmla="*/ 2568258 h 3247213"/>
              <a:gd name="connsiteX116" fmla="*/ 2479130 w 3147761"/>
              <a:gd name="connsiteY116" fmla="*/ 2500834 h 3247213"/>
              <a:gd name="connsiteX117" fmla="*/ 2533463 w 3147761"/>
              <a:gd name="connsiteY117" fmla="*/ 2434719 h 3247213"/>
              <a:gd name="connsiteX118" fmla="*/ 2533463 w 3147761"/>
              <a:gd name="connsiteY118" fmla="*/ 2141064 h 3247213"/>
              <a:gd name="connsiteX119" fmla="*/ 2268872 w 3147761"/>
              <a:gd name="connsiteY119" fmla="*/ 1876474 h 3247213"/>
              <a:gd name="connsiteX120" fmla="*/ 1950866 w 3147761"/>
              <a:gd name="connsiteY120" fmla="*/ 1876474 h 3247213"/>
              <a:gd name="connsiteX121" fmla="*/ 873521 w 3147761"/>
              <a:gd name="connsiteY121" fmla="*/ 1850290 h 3247213"/>
              <a:gd name="connsiteX122" fmla="*/ 1197026 w 3147761"/>
              <a:gd name="connsiteY122" fmla="*/ 1850290 h 3247213"/>
              <a:gd name="connsiteX123" fmla="*/ 1197026 w 3147761"/>
              <a:gd name="connsiteY123" fmla="*/ 1876474 h 3247213"/>
              <a:gd name="connsiteX124" fmla="*/ 879019 w 3147761"/>
              <a:gd name="connsiteY124" fmla="*/ 1876474 h 3247213"/>
              <a:gd name="connsiteX125" fmla="*/ 614429 w 3147761"/>
              <a:gd name="connsiteY125" fmla="*/ 2141064 h 3247213"/>
              <a:gd name="connsiteX126" fmla="*/ 614429 w 3147761"/>
              <a:gd name="connsiteY126" fmla="*/ 2434719 h 3247213"/>
              <a:gd name="connsiteX127" fmla="*/ 668761 w 3147761"/>
              <a:gd name="connsiteY127" fmla="*/ 2500834 h 3247213"/>
              <a:gd name="connsiteX128" fmla="*/ 601337 w 3147761"/>
              <a:gd name="connsiteY128" fmla="*/ 2568258 h 3247213"/>
              <a:gd name="connsiteX129" fmla="*/ 533913 w 3147761"/>
              <a:gd name="connsiteY129" fmla="*/ 2500834 h 3247213"/>
              <a:gd name="connsiteX130" fmla="*/ 588245 w 3147761"/>
              <a:gd name="connsiteY130" fmla="*/ 2434719 h 3247213"/>
              <a:gd name="connsiteX131" fmla="*/ 588245 w 3147761"/>
              <a:gd name="connsiteY131" fmla="*/ 2135566 h 3247213"/>
              <a:gd name="connsiteX132" fmla="*/ 592042 w 3147761"/>
              <a:gd name="connsiteY132" fmla="*/ 2126271 h 3247213"/>
              <a:gd name="connsiteX133" fmla="*/ 864225 w 3147761"/>
              <a:gd name="connsiteY133" fmla="*/ 1854087 h 3247213"/>
              <a:gd name="connsiteX134" fmla="*/ 873521 w 3147761"/>
              <a:gd name="connsiteY134" fmla="*/ 1850290 h 3247213"/>
              <a:gd name="connsiteX135" fmla="*/ 1970505 w 3147761"/>
              <a:gd name="connsiteY135" fmla="*/ 1685462 h 3247213"/>
              <a:gd name="connsiteX136" fmla="*/ 2565801 w 3147761"/>
              <a:gd name="connsiteY136" fmla="*/ 1685462 h 3247213"/>
              <a:gd name="connsiteX137" fmla="*/ 2575096 w 3147761"/>
              <a:gd name="connsiteY137" fmla="*/ 1689259 h 3247213"/>
              <a:gd name="connsiteX138" fmla="*/ 2730368 w 3147761"/>
              <a:gd name="connsiteY138" fmla="*/ 1844530 h 3247213"/>
              <a:gd name="connsiteX139" fmla="*/ 2767811 w 3147761"/>
              <a:gd name="connsiteY139" fmla="*/ 1833140 h 3247213"/>
              <a:gd name="connsiteX140" fmla="*/ 2835366 w 3147761"/>
              <a:gd name="connsiteY140" fmla="*/ 1900564 h 3247213"/>
              <a:gd name="connsiteX141" fmla="*/ 2767942 w 3147761"/>
              <a:gd name="connsiteY141" fmla="*/ 1967988 h 3247213"/>
              <a:gd name="connsiteX142" fmla="*/ 2700518 w 3147761"/>
              <a:gd name="connsiteY142" fmla="*/ 1900564 h 3247213"/>
              <a:gd name="connsiteX143" fmla="*/ 2711908 w 3147761"/>
              <a:gd name="connsiteY143" fmla="*/ 1863121 h 3247213"/>
              <a:gd name="connsiteX144" fmla="*/ 2560433 w 3147761"/>
              <a:gd name="connsiteY144" fmla="*/ 1711646 h 3247213"/>
              <a:gd name="connsiteX145" fmla="*/ 1970505 w 3147761"/>
              <a:gd name="connsiteY145" fmla="*/ 1711646 h 3247213"/>
              <a:gd name="connsiteX146" fmla="*/ 567625 w 3147761"/>
              <a:gd name="connsiteY146" fmla="*/ 1685462 h 3247213"/>
              <a:gd name="connsiteX147" fmla="*/ 1162921 w 3147761"/>
              <a:gd name="connsiteY147" fmla="*/ 1685462 h 3247213"/>
              <a:gd name="connsiteX148" fmla="*/ 1162921 w 3147761"/>
              <a:gd name="connsiteY148" fmla="*/ 1711646 h 3247213"/>
              <a:gd name="connsiteX149" fmla="*/ 572993 w 3147761"/>
              <a:gd name="connsiteY149" fmla="*/ 1711646 h 3247213"/>
              <a:gd name="connsiteX150" fmla="*/ 421518 w 3147761"/>
              <a:gd name="connsiteY150" fmla="*/ 1863121 h 3247213"/>
              <a:gd name="connsiteX151" fmla="*/ 432908 w 3147761"/>
              <a:gd name="connsiteY151" fmla="*/ 1900564 h 3247213"/>
              <a:gd name="connsiteX152" fmla="*/ 365484 w 3147761"/>
              <a:gd name="connsiteY152" fmla="*/ 1967988 h 3247213"/>
              <a:gd name="connsiteX153" fmla="*/ 298060 w 3147761"/>
              <a:gd name="connsiteY153" fmla="*/ 1900564 h 3247213"/>
              <a:gd name="connsiteX154" fmla="*/ 365615 w 3147761"/>
              <a:gd name="connsiteY154" fmla="*/ 1833140 h 3247213"/>
              <a:gd name="connsiteX155" fmla="*/ 403058 w 3147761"/>
              <a:gd name="connsiteY155" fmla="*/ 1844530 h 3247213"/>
              <a:gd name="connsiteX156" fmla="*/ 558330 w 3147761"/>
              <a:gd name="connsiteY156" fmla="*/ 1689259 h 3247213"/>
              <a:gd name="connsiteX157" fmla="*/ 567625 w 3147761"/>
              <a:gd name="connsiteY157" fmla="*/ 1685462 h 3247213"/>
              <a:gd name="connsiteX158" fmla="*/ 2671453 w 3147761"/>
              <a:gd name="connsiteY158" fmla="*/ 1490259 h 3247213"/>
              <a:gd name="connsiteX159" fmla="*/ 2630214 w 3147761"/>
              <a:gd name="connsiteY159" fmla="*/ 1531499 h 3247213"/>
              <a:gd name="connsiteX160" fmla="*/ 2671453 w 3147761"/>
              <a:gd name="connsiteY160" fmla="*/ 1572739 h 3247213"/>
              <a:gd name="connsiteX161" fmla="*/ 2712693 w 3147761"/>
              <a:gd name="connsiteY161" fmla="*/ 1531499 h 3247213"/>
              <a:gd name="connsiteX162" fmla="*/ 2671453 w 3147761"/>
              <a:gd name="connsiteY162" fmla="*/ 1490259 h 3247213"/>
              <a:gd name="connsiteX163" fmla="*/ 2227894 w 3147761"/>
              <a:gd name="connsiteY163" fmla="*/ 1490259 h 3247213"/>
              <a:gd name="connsiteX164" fmla="*/ 2186654 w 3147761"/>
              <a:gd name="connsiteY164" fmla="*/ 1531499 h 3247213"/>
              <a:gd name="connsiteX165" fmla="*/ 2227894 w 3147761"/>
              <a:gd name="connsiteY165" fmla="*/ 1572739 h 3247213"/>
              <a:gd name="connsiteX166" fmla="*/ 2269135 w 3147761"/>
              <a:gd name="connsiteY166" fmla="*/ 1531499 h 3247213"/>
              <a:gd name="connsiteX167" fmla="*/ 2227894 w 3147761"/>
              <a:gd name="connsiteY167" fmla="*/ 1490259 h 3247213"/>
              <a:gd name="connsiteX168" fmla="*/ 919868 w 3147761"/>
              <a:gd name="connsiteY168" fmla="*/ 1490259 h 3247213"/>
              <a:gd name="connsiteX169" fmla="*/ 878628 w 3147761"/>
              <a:gd name="connsiteY169" fmla="*/ 1531499 h 3247213"/>
              <a:gd name="connsiteX170" fmla="*/ 919868 w 3147761"/>
              <a:gd name="connsiteY170" fmla="*/ 1572739 h 3247213"/>
              <a:gd name="connsiteX171" fmla="*/ 961108 w 3147761"/>
              <a:gd name="connsiteY171" fmla="*/ 1531499 h 3247213"/>
              <a:gd name="connsiteX172" fmla="*/ 919868 w 3147761"/>
              <a:gd name="connsiteY172" fmla="*/ 1490259 h 3247213"/>
              <a:gd name="connsiteX173" fmla="*/ 476178 w 3147761"/>
              <a:gd name="connsiteY173" fmla="*/ 1490259 h 3247213"/>
              <a:gd name="connsiteX174" fmla="*/ 434938 w 3147761"/>
              <a:gd name="connsiteY174" fmla="*/ 1531499 h 3247213"/>
              <a:gd name="connsiteX175" fmla="*/ 476178 w 3147761"/>
              <a:gd name="connsiteY175" fmla="*/ 1572739 h 3247213"/>
              <a:gd name="connsiteX176" fmla="*/ 517418 w 3147761"/>
              <a:gd name="connsiteY176" fmla="*/ 1531499 h 3247213"/>
              <a:gd name="connsiteX177" fmla="*/ 476178 w 3147761"/>
              <a:gd name="connsiteY177" fmla="*/ 1490259 h 3247213"/>
              <a:gd name="connsiteX178" fmla="*/ 2227894 w 3147761"/>
              <a:gd name="connsiteY178" fmla="*/ 1463944 h 3247213"/>
              <a:gd name="connsiteX179" fmla="*/ 2294009 w 3147761"/>
              <a:gd name="connsiteY179" fmla="*/ 1518276 h 3247213"/>
              <a:gd name="connsiteX180" fmla="*/ 2605338 w 3147761"/>
              <a:gd name="connsiteY180" fmla="*/ 1518276 h 3247213"/>
              <a:gd name="connsiteX181" fmla="*/ 2671453 w 3147761"/>
              <a:gd name="connsiteY181" fmla="*/ 1463944 h 3247213"/>
              <a:gd name="connsiteX182" fmla="*/ 2738877 w 3147761"/>
              <a:gd name="connsiteY182" fmla="*/ 1531368 h 3247213"/>
              <a:gd name="connsiteX183" fmla="*/ 2671453 w 3147761"/>
              <a:gd name="connsiteY183" fmla="*/ 1598792 h 3247213"/>
              <a:gd name="connsiteX184" fmla="*/ 2605338 w 3147761"/>
              <a:gd name="connsiteY184" fmla="*/ 1544461 h 3247213"/>
              <a:gd name="connsiteX185" fmla="*/ 2294009 w 3147761"/>
              <a:gd name="connsiteY185" fmla="*/ 1544461 h 3247213"/>
              <a:gd name="connsiteX186" fmla="*/ 2227894 w 3147761"/>
              <a:gd name="connsiteY186" fmla="*/ 1598792 h 3247213"/>
              <a:gd name="connsiteX187" fmla="*/ 2160470 w 3147761"/>
              <a:gd name="connsiteY187" fmla="*/ 1531368 h 3247213"/>
              <a:gd name="connsiteX188" fmla="*/ 2227894 w 3147761"/>
              <a:gd name="connsiteY188" fmla="*/ 1463944 h 3247213"/>
              <a:gd name="connsiteX189" fmla="*/ 476178 w 3147761"/>
              <a:gd name="connsiteY189" fmla="*/ 1463944 h 3247213"/>
              <a:gd name="connsiteX190" fmla="*/ 542293 w 3147761"/>
              <a:gd name="connsiteY190" fmla="*/ 1518276 h 3247213"/>
              <a:gd name="connsiteX191" fmla="*/ 853752 w 3147761"/>
              <a:gd name="connsiteY191" fmla="*/ 1518276 h 3247213"/>
              <a:gd name="connsiteX192" fmla="*/ 919868 w 3147761"/>
              <a:gd name="connsiteY192" fmla="*/ 1463944 h 3247213"/>
              <a:gd name="connsiteX193" fmla="*/ 987161 w 3147761"/>
              <a:gd name="connsiteY193" fmla="*/ 1531368 h 3247213"/>
              <a:gd name="connsiteX194" fmla="*/ 919737 w 3147761"/>
              <a:gd name="connsiteY194" fmla="*/ 1598792 h 3247213"/>
              <a:gd name="connsiteX195" fmla="*/ 853622 w 3147761"/>
              <a:gd name="connsiteY195" fmla="*/ 1544461 h 3247213"/>
              <a:gd name="connsiteX196" fmla="*/ 542293 w 3147761"/>
              <a:gd name="connsiteY196" fmla="*/ 1544461 h 3247213"/>
              <a:gd name="connsiteX197" fmla="*/ 476178 w 3147761"/>
              <a:gd name="connsiteY197" fmla="*/ 1598792 h 3247213"/>
              <a:gd name="connsiteX198" fmla="*/ 408754 w 3147761"/>
              <a:gd name="connsiteY198" fmla="*/ 1531368 h 3247213"/>
              <a:gd name="connsiteX199" fmla="*/ 476178 w 3147761"/>
              <a:gd name="connsiteY199" fmla="*/ 1463944 h 3247213"/>
              <a:gd name="connsiteX200" fmla="*/ 2841472 w 3147761"/>
              <a:gd name="connsiteY200" fmla="*/ 1136511 h 3247213"/>
              <a:gd name="connsiteX201" fmla="*/ 2800233 w 3147761"/>
              <a:gd name="connsiteY201" fmla="*/ 1177751 h 3247213"/>
              <a:gd name="connsiteX202" fmla="*/ 2841472 w 3147761"/>
              <a:gd name="connsiteY202" fmla="*/ 1218992 h 3247213"/>
              <a:gd name="connsiteX203" fmla="*/ 2882712 w 3147761"/>
              <a:gd name="connsiteY203" fmla="*/ 1177751 h 3247213"/>
              <a:gd name="connsiteX204" fmla="*/ 2841472 w 3147761"/>
              <a:gd name="connsiteY204" fmla="*/ 1136511 h 3247213"/>
              <a:gd name="connsiteX205" fmla="*/ 317502 w 3147761"/>
              <a:gd name="connsiteY205" fmla="*/ 1136511 h 3247213"/>
              <a:gd name="connsiteX206" fmla="*/ 276262 w 3147761"/>
              <a:gd name="connsiteY206" fmla="*/ 1177751 h 3247213"/>
              <a:gd name="connsiteX207" fmla="*/ 317502 w 3147761"/>
              <a:gd name="connsiteY207" fmla="*/ 1218992 h 3247213"/>
              <a:gd name="connsiteX208" fmla="*/ 358741 w 3147761"/>
              <a:gd name="connsiteY208" fmla="*/ 1177751 h 3247213"/>
              <a:gd name="connsiteX209" fmla="*/ 317502 w 3147761"/>
              <a:gd name="connsiteY209" fmla="*/ 1136511 h 3247213"/>
              <a:gd name="connsiteX210" fmla="*/ 2841472 w 3147761"/>
              <a:gd name="connsiteY210" fmla="*/ 1110327 h 3247213"/>
              <a:gd name="connsiteX211" fmla="*/ 2908896 w 3147761"/>
              <a:gd name="connsiteY211" fmla="*/ 1177751 h 3247213"/>
              <a:gd name="connsiteX212" fmla="*/ 2841472 w 3147761"/>
              <a:gd name="connsiteY212" fmla="*/ 1245175 h 3247213"/>
              <a:gd name="connsiteX213" fmla="*/ 2804029 w 3147761"/>
              <a:gd name="connsiteY213" fmla="*/ 1233786 h 3247213"/>
              <a:gd name="connsiteX214" fmla="*/ 2671799 w 3147761"/>
              <a:gd name="connsiteY214" fmla="*/ 1366016 h 3247213"/>
              <a:gd name="connsiteX215" fmla="*/ 2662503 w 3147761"/>
              <a:gd name="connsiteY215" fmla="*/ 1369812 h 3247213"/>
              <a:gd name="connsiteX216" fmla="*/ 1981717 w 3147761"/>
              <a:gd name="connsiteY216" fmla="*/ 1369812 h 3247213"/>
              <a:gd name="connsiteX217" fmla="*/ 1981717 w 3147761"/>
              <a:gd name="connsiteY217" fmla="*/ 1343628 h 3247213"/>
              <a:gd name="connsiteX218" fmla="*/ 2657005 w 3147761"/>
              <a:gd name="connsiteY218" fmla="*/ 1343628 h 3247213"/>
              <a:gd name="connsiteX219" fmla="*/ 2785438 w 3147761"/>
              <a:gd name="connsiteY219" fmla="*/ 1215194 h 3247213"/>
              <a:gd name="connsiteX220" fmla="*/ 2774049 w 3147761"/>
              <a:gd name="connsiteY220" fmla="*/ 1177751 h 3247213"/>
              <a:gd name="connsiteX221" fmla="*/ 2841472 w 3147761"/>
              <a:gd name="connsiteY221" fmla="*/ 1110327 h 3247213"/>
              <a:gd name="connsiteX222" fmla="*/ 317502 w 3147761"/>
              <a:gd name="connsiteY222" fmla="*/ 1110327 h 3247213"/>
              <a:gd name="connsiteX223" fmla="*/ 384925 w 3147761"/>
              <a:gd name="connsiteY223" fmla="*/ 1177751 h 3247213"/>
              <a:gd name="connsiteX224" fmla="*/ 373536 w 3147761"/>
              <a:gd name="connsiteY224" fmla="*/ 1215194 h 3247213"/>
              <a:gd name="connsiteX225" fmla="*/ 501969 w 3147761"/>
              <a:gd name="connsiteY225" fmla="*/ 1343628 h 3247213"/>
              <a:gd name="connsiteX226" fmla="*/ 1177257 w 3147761"/>
              <a:gd name="connsiteY226" fmla="*/ 1343628 h 3247213"/>
              <a:gd name="connsiteX227" fmla="*/ 1177257 w 3147761"/>
              <a:gd name="connsiteY227" fmla="*/ 1369812 h 3247213"/>
              <a:gd name="connsiteX228" fmla="*/ 496471 w 3147761"/>
              <a:gd name="connsiteY228" fmla="*/ 1369812 h 3247213"/>
              <a:gd name="connsiteX229" fmla="*/ 487175 w 3147761"/>
              <a:gd name="connsiteY229" fmla="*/ 1366016 h 3247213"/>
              <a:gd name="connsiteX230" fmla="*/ 354945 w 3147761"/>
              <a:gd name="connsiteY230" fmla="*/ 1233786 h 3247213"/>
              <a:gd name="connsiteX231" fmla="*/ 317502 w 3147761"/>
              <a:gd name="connsiteY231" fmla="*/ 1245175 h 3247213"/>
              <a:gd name="connsiteX232" fmla="*/ 250078 w 3147761"/>
              <a:gd name="connsiteY232" fmla="*/ 1177751 h 3247213"/>
              <a:gd name="connsiteX233" fmla="*/ 317502 w 3147761"/>
              <a:gd name="connsiteY233" fmla="*/ 1110327 h 3247213"/>
              <a:gd name="connsiteX234" fmla="*/ 1845344 w 3147761"/>
              <a:gd name="connsiteY234" fmla="*/ 534670 h 3247213"/>
              <a:gd name="connsiteX235" fmla="*/ 1804104 w 3147761"/>
              <a:gd name="connsiteY235" fmla="*/ 575911 h 3247213"/>
              <a:gd name="connsiteX236" fmla="*/ 1845344 w 3147761"/>
              <a:gd name="connsiteY236" fmla="*/ 617151 h 3247213"/>
              <a:gd name="connsiteX237" fmla="*/ 1886585 w 3147761"/>
              <a:gd name="connsiteY237" fmla="*/ 575911 h 3247213"/>
              <a:gd name="connsiteX238" fmla="*/ 1845344 w 3147761"/>
              <a:gd name="connsiteY238" fmla="*/ 534670 h 3247213"/>
              <a:gd name="connsiteX239" fmla="*/ 1302417 w 3147761"/>
              <a:gd name="connsiteY239" fmla="*/ 534670 h 3247213"/>
              <a:gd name="connsiteX240" fmla="*/ 1261177 w 3147761"/>
              <a:gd name="connsiteY240" fmla="*/ 575911 h 3247213"/>
              <a:gd name="connsiteX241" fmla="*/ 1302417 w 3147761"/>
              <a:gd name="connsiteY241" fmla="*/ 617151 h 3247213"/>
              <a:gd name="connsiteX242" fmla="*/ 1343657 w 3147761"/>
              <a:gd name="connsiteY242" fmla="*/ 575911 h 3247213"/>
              <a:gd name="connsiteX243" fmla="*/ 1302417 w 3147761"/>
              <a:gd name="connsiteY243" fmla="*/ 534670 h 3247213"/>
              <a:gd name="connsiteX244" fmla="*/ 2168326 w 3147761"/>
              <a:gd name="connsiteY244" fmla="*/ 452452 h 3247213"/>
              <a:gd name="connsiteX245" fmla="*/ 2127087 w 3147761"/>
              <a:gd name="connsiteY245" fmla="*/ 493692 h 3247213"/>
              <a:gd name="connsiteX246" fmla="*/ 2168326 w 3147761"/>
              <a:gd name="connsiteY246" fmla="*/ 534932 h 3247213"/>
              <a:gd name="connsiteX247" fmla="*/ 2209566 w 3147761"/>
              <a:gd name="connsiteY247" fmla="*/ 493692 h 3247213"/>
              <a:gd name="connsiteX248" fmla="*/ 2168326 w 3147761"/>
              <a:gd name="connsiteY248" fmla="*/ 452452 h 3247213"/>
              <a:gd name="connsiteX249" fmla="*/ 979436 w 3147761"/>
              <a:gd name="connsiteY249" fmla="*/ 452452 h 3247213"/>
              <a:gd name="connsiteX250" fmla="*/ 938196 w 3147761"/>
              <a:gd name="connsiteY250" fmla="*/ 493692 h 3247213"/>
              <a:gd name="connsiteX251" fmla="*/ 979436 w 3147761"/>
              <a:gd name="connsiteY251" fmla="*/ 534932 h 3247213"/>
              <a:gd name="connsiteX252" fmla="*/ 1020676 w 3147761"/>
              <a:gd name="connsiteY252" fmla="*/ 493692 h 3247213"/>
              <a:gd name="connsiteX253" fmla="*/ 979436 w 3147761"/>
              <a:gd name="connsiteY253" fmla="*/ 452452 h 3247213"/>
              <a:gd name="connsiteX254" fmla="*/ 2168326 w 3147761"/>
              <a:gd name="connsiteY254" fmla="*/ 426268 h 3247213"/>
              <a:gd name="connsiteX255" fmla="*/ 2235750 w 3147761"/>
              <a:gd name="connsiteY255" fmla="*/ 493562 h 3247213"/>
              <a:gd name="connsiteX256" fmla="*/ 2168326 w 3147761"/>
              <a:gd name="connsiteY256" fmla="*/ 560985 h 3247213"/>
              <a:gd name="connsiteX257" fmla="*/ 2130883 w 3147761"/>
              <a:gd name="connsiteY257" fmla="*/ 549595 h 3247213"/>
              <a:gd name="connsiteX258" fmla="*/ 1858437 w 3147761"/>
              <a:gd name="connsiteY258" fmla="*/ 822041 h 3247213"/>
              <a:gd name="connsiteX259" fmla="*/ 1858437 w 3147761"/>
              <a:gd name="connsiteY259" fmla="*/ 1138737 h 3247213"/>
              <a:gd name="connsiteX260" fmla="*/ 1832253 w 3147761"/>
              <a:gd name="connsiteY260" fmla="*/ 1138737 h 3247213"/>
              <a:gd name="connsiteX261" fmla="*/ 1832253 w 3147761"/>
              <a:gd name="connsiteY261" fmla="*/ 816673 h 3247213"/>
              <a:gd name="connsiteX262" fmla="*/ 1836050 w 3147761"/>
              <a:gd name="connsiteY262" fmla="*/ 807377 h 3247213"/>
              <a:gd name="connsiteX263" fmla="*/ 2112292 w 3147761"/>
              <a:gd name="connsiteY263" fmla="*/ 531135 h 3247213"/>
              <a:gd name="connsiteX264" fmla="*/ 2100902 w 3147761"/>
              <a:gd name="connsiteY264" fmla="*/ 493692 h 3247213"/>
              <a:gd name="connsiteX265" fmla="*/ 2168326 w 3147761"/>
              <a:gd name="connsiteY265" fmla="*/ 426268 h 3247213"/>
              <a:gd name="connsiteX266" fmla="*/ 979305 w 3147761"/>
              <a:gd name="connsiteY266" fmla="*/ 426268 h 3247213"/>
              <a:gd name="connsiteX267" fmla="*/ 1046729 w 3147761"/>
              <a:gd name="connsiteY267" fmla="*/ 493692 h 3247213"/>
              <a:gd name="connsiteX268" fmla="*/ 1035339 w 3147761"/>
              <a:gd name="connsiteY268" fmla="*/ 531135 h 3247213"/>
              <a:gd name="connsiteX269" fmla="*/ 1311582 w 3147761"/>
              <a:gd name="connsiteY269" fmla="*/ 807377 h 3247213"/>
              <a:gd name="connsiteX270" fmla="*/ 1315378 w 3147761"/>
              <a:gd name="connsiteY270" fmla="*/ 816673 h 3247213"/>
              <a:gd name="connsiteX271" fmla="*/ 1315378 w 3147761"/>
              <a:gd name="connsiteY271" fmla="*/ 1138737 h 3247213"/>
              <a:gd name="connsiteX272" fmla="*/ 1289194 w 3147761"/>
              <a:gd name="connsiteY272" fmla="*/ 1138737 h 3247213"/>
              <a:gd name="connsiteX273" fmla="*/ 1289194 w 3147761"/>
              <a:gd name="connsiteY273" fmla="*/ 822172 h 3247213"/>
              <a:gd name="connsiteX274" fmla="*/ 1016748 w 3147761"/>
              <a:gd name="connsiteY274" fmla="*/ 549726 h 3247213"/>
              <a:gd name="connsiteX275" fmla="*/ 979305 w 3147761"/>
              <a:gd name="connsiteY275" fmla="*/ 561116 h 3247213"/>
              <a:gd name="connsiteX276" fmla="*/ 911881 w 3147761"/>
              <a:gd name="connsiteY276" fmla="*/ 493692 h 3247213"/>
              <a:gd name="connsiteX277" fmla="*/ 979305 w 3147761"/>
              <a:gd name="connsiteY277" fmla="*/ 426268 h 3247213"/>
              <a:gd name="connsiteX278" fmla="*/ 1845344 w 3147761"/>
              <a:gd name="connsiteY278" fmla="*/ 188778 h 3247213"/>
              <a:gd name="connsiteX279" fmla="*/ 1804104 w 3147761"/>
              <a:gd name="connsiteY279" fmla="*/ 230018 h 3247213"/>
              <a:gd name="connsiteX280" fmla="*/ 1845344 w 3147761"/>
              <a:gd name="connsiteY280" fmla="*/ 271258 h 3247213"/>
              <a:gd name="connsiteX281" fmla="*/ 1886585 w 3147761"/>
              <a:gd name="connsiteY281" fmla="*/ 230018 h 3247213"/>
              <a:gd name="connsiteX282" fmla="*/ 1845344 w 3147761"/>
              <a:gd name="connsiteY282" fmla="*/ 188778 h 3247213"/>
              <a:gd name="connsiteX283" fmla="*/ 1302417 w 3147761"/>
              <a:gd name="connsiteY283" fmla="*/ 188778 h 3247213"/>
              <a:gd name="connsiteX284" fmla="*/ 1261177 w 3147761"/>
              <a:gd name="connsiteY284" fmla="*/ 230018 h 3247213"/>
              <a:gd name="connsiteX285" fmla="*/ 1302417 w 3147761"/>
              <a:gd name="connsiteY285" fmla="*/ 271258 h 3247213"/>
              <a:gd name="connsiteX286" fmla="*/ 1343657 w 3147761"/>
              <a:gd name="connsiteY286" fmla="*/ 230018 h 3247213"/>
              <a:gd name="connsiteX287" fmla="*/ 1302417 w 3147761"/>
              <a:gd name="connsiteY287" fmla="*/ 188778 h 3247213"/>
              <a:gd name="connsiteX288" fmla="*/ 1845344 w 3147761"/>
              <a:gd name="connsiteY288" fmla="*/ 162594 h 3247213"/>
              <a:gd name="connsiteX289" fmla="*/ 1912768 w 3147761"/>
              <a:gd name="connsiteY289" fmla="*/ 230018 h 3247213"/>
              <a:gd name="connsiteX290" fmla="*/ 1858437 w 3147761"/>
              <a:gd name="connsiteY290" fmla="*/ 296133 h 3247213"/>
              <a:gd name="connsiteX291" fmla="*/ 1858437 w 3147761"/>
              <a:gd name="connsiteY291" fmla="*/ 509796 h 3247213"/>
              <a:gd name="connsiteX292" fmla="*/ 1912768 w 3147761"/>
              <a:gd name="connsiteY292" fmla="*/ 575911 h 3247213"/>
              <a:gd name="connsiteX293" fmla="*/ 1845344 w 3147761"/>
              <a:gd name="connsiteY293" fmla="*/ 643335 h 3247213"/>
              <a:gd name="connsiteX294" fmla="*/ 1777920 w 3147761"/>
              <a:gd name="connsiteY294" fmla="*/ 575911 h 3247213"/>
              <a:gd name="connsiteX295" fmla="*/ 1832253 w 3147761"/>
              <a:gd name="connsiteY295" fmla="*/ 509796 h 3247213"/>
              <a:gd name="connsiteX296" fmla="*/ 1832253 w 3147761"/>
              <a:gd name="connsiteY296" fmla="*/ 296133 h 3247213"/>
              <a:gd name="connsiteX297" fmla="*/ 1777920 w 3147761"/>
              <a:gd name="connsiteY297" fmla="*/ 230018 h 3247213"/>
              <a:gd name="connsiteX298" fmla="*/ 1845344 w 3147761"/>
              <a:gd name="connsiteY298" fmla="*/ 162594 h 3247213"/>
              <a:gd name="connsiteX299" fmla="*/ 1302417 w 3147761"/>
              <a:gd name="connsiteY299" fmla="*/ 162594 h 3247213"/>
              <a:gd name="connsiteX300" fmla="*/ 1369841 w 3147761"/>
              <a:gd name="connsiteY300" fmla="*/ 230018 h 3247213"/>
              <a:gd name="connsiteX301" fmla="*/ 1315510 w 3147761"/>
              <a:gd name="connsiteY301" fmla="*/ 296133 h 3247213"/>
              <a:gd name="connsiteX302" fmla="*/ 1315510 w 3147761"/>
              <a:gd name="connsiteY302" fmla="*/ 509796 h 3247213"/>
              <a:gd name="connsiteX303" fmla="*/ 1369841 w 3147761"/>
              <a:gd name="connsiteY303" fmla="*/ 575911 h 3247213"/>
              <a:gd name="connsiteX304" fmla="*/ 1302417 w 3147761"/>
              <a:gd name="connsiteY304" fmla="*/ 643335 h 3247213"/>
              <a:gd name="connsiteX305" fmla="*/ 1234993 w 3147761"/>
              <a:gd name="connsiteY305" fmla="*/ 575911 h 3247213"/>
              <a:gd name="connsiteX306" fmla="*/ 1289326 w 3147761"/>
              <a:gd name="connsiteY306" fmla="*/ 509796 h 3247213"/>
              <a:gd name="connsiteX307" fmla="*/ 1289326 w 3147761"/>
              <a:gd name="connsiteY307" fmla="*/ 296133 h 3247213"/>
              <a:gd name="connsiteX308" fmla="*/ 1234993 w 3147761"/>
              <a:gd name="connsiteY308" fmla="*/ 230018 h 3247213"/>
              <a:gd name="connsiteX309" fmla="*/ 1302417 w 3147761"/>
              <a:gd name="connsiteY309" fmla="*/ 162594 h 3247213"/>
              <a:gd name="connsiteX310" fmla="*/ 1878288 w 3147761"/>
              <a:gd name="connsiteY310" fmla="*/ 138 h 3247213"/>
              <a:gd name="connsiteX311" fmla="*/ 2002057 w 3147761"/>
              <a:gd name="connsiteY311" fmla="*/ 32982 h 3247213"/>
              <a:gd name="connsiteX312" fmla="*/ 2108364 w 3147761"/>
              <a:gd name="connsiteY312" fmla="*/ 250180 h 3247213"/>
              <a:gd name="connsiteX313" fmla="*/ 2404506 w 3147761"/>
              <a:gd name="connsiteY313" fmla="*/ 286314 h 3247213"/>
              <a:gd name="connsiteX314" fmla="*/ 2485807 w 3147761"/>
              <a:gd name="connsiteY314" fmla="*/ 540824 h 3247213"/>
              <a:gd name="connsiteX315" fmla="*/ 2716752 w 3147761"/>
              <a:gd name="connsiteY315" fmla="*/ 594763 h 3247213"/>
              <a:gd name="connsiteX316" fmla="*/ 2779200 w 3147761"/>
              <a:gd name="connsiteY316" fmla="*/ 884490 h 3247213"/>
              <a:gd name="connsiteX317" fmla="*/ 3037899 w 3147761"/>
              <a:gd name="connsiteY317" fmla="*/ 973255 h 3247213"/>
              <a:gd name="connsiteX318" fmla="*/ 3147742 w 3147761"/>
              <a:gd name="connsiteY318" fmla="*/ 1233655 h 3247213"/>
              <a:gd name="connsiteX319" fmla="*/ 3008835 w 3147761"/>
              <a:gd name="connsiteY319" fmla="*/ 1536998 h 3247213"/>
              <a:gd name="connsiteX320" fmla="*/ 3072855 w 3147761"/>
              <a:gd name="connsiteY320" fmla="*/ 1880926 h 3247213"/>
              <a:gd name="connsiteX321" fmla="*/ 2944291 w 3147761"/>
              <a:gd name="connsiteY321" fmla="*/ 2022976 h 3247213"/>
              <a:gd name="connsiteX322" fmla="*/ 3055311 w 3147761"/>
              <a:gd name="connsiteY322" fmla="*/ 2268713 h 3247213"/>
              <a:gd name="connsiteX323" fmla="*/ 2873595 w 3147761"/>
              <a:gd name="connsiteY323" fmla="*/ 2460773 h 3247213"/>
              <a:gd name="connsiteX324" fmla="*/ 2852123 w 3147761"/>
              <a:gd name="connsiteY324" fmla="*/ 2694859 h 3247213"/>
              <a:gd name="connsiteX325" fmla="*/ 2645138 w 3147761"/>
              <a:gd name="connsiteY325" fmla="*/ 2799596 h 3247213"/>
              <a:gd name="connsiteX326" fmla="*/ 2582951 w 3147761"/>
              <a:gd name="connsiteY326" fmla="*/ 2793050 h 3247213"/>
              <a:gd name="connsiteX327" fmla="*/ 2470752 w 3147761"/>
              <a:gd name="connsiteY327" fmla="*/ 3032504 h 3247213"/>
              <a:gd name="connsiteX328" fmla="*/ 2149997 w 3147761"/>
              <a:gd name="connsiteY328" fmla="*/ 3005403 h 3247213"/>
              <a:gd name="connsiteX329" fmla="*/ 2033870 w 3147761"/>
              <a:gd name="connsiteY329" fmla="*/ 3207544 h 3247213"/>
              <a:gd name="connsiteX330" fmla="*/ 1883180 w 3147761"/>
              <a:gd name="connsiteY330" fmla="*/ 3247213 h 3247213"/>
              <a:gd name="connsiteX331" fmla="*/ 1737335 w 3147761"/>
              <a:gd name="connsiteY331" fmla="*/ 3210555 h 3247213"/>
              <a:gd name="connsiteX332" fmla="*/ 1628409 w 3147761"/>
              <a:gd name="connsiteY332" fmla="*/ 3027791 h 3247213"/>
              <a:gd name="connsiteX333" fmla="*/ 1628409 w 3147761"/>
              <a:gd name="connsiteY333" fmla="*/ 1953456 h 3247213"/>
              <a:gd name="connsiteX334" fmla="*/ 1654593 w 3147761"/>
              <a:gd name="connsiteY334" fmla="*/ 1953456 h 3247213"/>
              <a:gd name="connsiteX335" fmla="*/ 1654593 w 3147761"/>
              <a:gd name="connsiteY335" fmla="*/ 3027791 h 3247213"/>
              <a:gd name="connsiteX336" fmla="*/ 1750295 w 3147761"/>
              <a:gd name="connsiteY336" fmla="*/ 3187775 h 3247213"/>
              <a:gd name="connsiteX337" fmla="*/ 2020385 w 3147761"/>
              <a:gd name="connsiteY337" fmla="*/ 3185157 h 3247213"/>
              <a:gd name="connsiteX338" fmla="*/ 2124205 w 3147761"/>
              <a:gd name="connsiteY338" fmla="*/ 2980659 h 3247213"/>
              <a:gd name="connsiteX339" fmla="*/ 2131275 w 3147761"/>
              <a:gd name="connsiteY339" fmla="*/ 2968615 h 3247213"/>
              <a:gd name="connsiteX340" fmla="*/ 2145152 w 3147761"/>
              <a:gd name="connsiteY340" fmla="*/ 2969792 h 3247213"/>
              <a:gd name="connsiteX341" fmla="*/ 2457136 w 3147761"/>
              <a:gd name="connsiteY341" fmla="*/ 3010116 h 3247213"/>
              <a:gd name="connsiteX342" fmla="*/ 2555588 w 3147761"/>
              <a:gd name="connsiteY342" fmla="*/ 2786373 h 3247213"/>
              <a:gd name="connsiteX343" fmla="*/ 2473893 w 3147761"/>
              <a:gd name="connsiteY343" fmla="*/ 2749323 h 3247213"/>
              <a:gd name="connsiteX344" fmla="*/ 2488033 w 3147761"/>
              <a:gd name="connsiteY344" fmla="*/ 2727197 h 3247213"/>
              <a:gd name="connsiteX345" fmla="*/ 2830652 w 3147761"/>
              <a:gd name="connsiteY345" fmla="*/ 2679935 h 3247213"/>
              <a:gd name="connsiteX346" fmla="*/ 2843089 w 3147761"/>
              <a:gd name="connsiteY346" fmla="*/ 2456715 h 3247213"/>
              <a:gd name="connsiteX347" fmla="*/ 2843221 w 3147761"/>
              <a:gd name="connsiteY347" fmla="*/ 2444801 h 3247213"/>
              <a:gd name="connsiteX348" fmla="*/ 2852908 w 3147761"/>
              <a:gd name="connsiteY348" fmla="*/ 2437863 h 3247213"/>
              <a:gd name="connsiteX349" fmla="*/ 3029651 w 3147761"/>
              <a:gd name="connsiteY349" fmla="*/ 2263738 h 3247213"/>
              <a:gd name="connsiteX350" fmla="*/ 2915882 w 3147761"/>
              <a:gd name="connsiteY350" fmla="*/ 2035413 h 3247213"/>
              <a:gd name="connsiteX351" fmla="*/ 2822012 w 3147761"/>
              <a:gd name="connsiteY351" fmla="*/ 2052171 h 3247213"/>
              <a:gd name="connsiteX352" fmla="*/ 2814418 w 3147761"/>
              <a:gd name="connsiteY352" fmla="*/ 2052039 h 3247213"/>
              <a:gd name="connsiteX353" fmla="*/ 2815073 w 3147761"/>
              <a:gd name="connsiteY353" fmla="*/ 2025855 h 3247213"/>
              <a:gd name="connsiteX354" fmla="*/ 2916405 w 3147761"/>
              <a:gd name="connsiteY354" fmla="*/ 2007527 h 3247213"/>
              <a:gd name="connsiteX355" fmla="*/ 2917322 w 3147761"/>
              <a:gd name="connsiteY355" fmla="*/ 2005825 h 3247213"/>
              <a:gd name="connsiteX356" fmla="*/ 2918631 w 3147761"/>
              <a:gd name="connsiteY356" fmla="*/ 2006610 h 3247213"/>
              <a:gd name="connsiteX357" fmla="*/ 3048765 w 3147761"/>
              <a:gd name="connsiteY357" fmla="*/ 1870584 h 3247213"/>
              <a:gd name="connsiteX358" fmla="*/ 2979902 w 3147761"/>
              <a:gd name="connsiteY358" fmla="*/ 1544722 h 3247213"/>
              <a:gd name="connsiteX359" fmla="*/ 2975974 w 3147761"/>
              <a:gd name="connsiteY359" fmla="*/ 1534249 h 3247213"/>
              <a:gd name="connsiteX360" fmla="*/ 2981473 w 3147761"/>
              <a:gd name="connsiteY360" fmla="*/ 1524561 h 3247213"/>
              <a:gd name="connsiteX361" fmla="*/ 3121557 w 3147761"/>
              <a:gd name="connsiteY361" fmla="*/ 1233393 h 3247213"/>
              <a:gd name="connsiteX362" fmla="*/ 3020095 w 3147761"/>
              <a:gd name="connsiteY362" fmla="*/ 992368 h 3247213"/>
              <a:gd name="connsiteX363" fmla="*/ 2758908 w 3147761"/>
              <a:gd name="connsiteY363" fmla="*/ 911853 h 3247213"/>
              <a:gd name="connsiteX364" fmla="*/ 2746864 w 3147761"/>
              <a:gd name="connsiteY364" fmla="*/ 905961 h 3247213"/>
              <a:gd name="connsiteX365" fmla="*/ 2746209 w 3147761"/>
              <a:gd name="connsiteY365" fmla="*/ 892607 h 3247213"/>
              <a:gd name="connsiteX366" fmla="*/ 2699469 w 3147761"/>
              <a:gd name="connsiteY366" fmla="*/ 614401 h 3247213"/>
              <a:gd name="connsiteX367" fmla="*/ 2391806 w 3147761"/>
              <a:gd name="connsiteY367" fmla="*/ 614139 h 3247213"/>
              <a:gd name="connsiteX368" fmla="*/ 2376620 w 3147761"/>
              <a:gd name="connsiteY368" fmla="*/ 592799 h 3247213"/>
              <a:gd name="connsiteX369" fmla="*/ 2457921 w 3147761"/>
              <a:gd name="connsiteY369" fmla="*/ 549334 h 3247213"/>
              <a:gd name="connsiteX370" fmla="*/ 2387486 w 3147761"/>
              <a:gd name="connsiteY370" fmla="*/ 306214 h 3247213"/>
              <a:gd name="connsiteX371" fmla="*/ 2099461 w 3147761"/>
              <a:gd name="connsiteY371" fmla="*/ 280815 h 3247213"/>
              <a:gd name="connsiteX372" fmla="*/ 2087286 w 3147761"/>
              <a:gd name="connsiteY372" fmla="*/ 279114 h 3247213"/>
              <a:gd name="connsiteX373" fmla="*/ 2081918 w 3147761"/>
              <a:gd name="connsiteY373" fmla="*/ 267985 h 3247213"/>
              <a:gd name="connsiteX374" fmla="*/ 1988441 w 3147761"/>
              <a:gd name="connsiteY374" fmla="*/ 55239 h 3247213"/>
              <a:gd name="connsiteX375" fmla="*/ 1760769 w 3147761"/>
              <a:gd name="connsiteY375" fmla="*/ 57726 h 3247213"/>
              <a:gd name="connsiteX376" fmla="*/ 1654724 w 3147761"/>
              <a:gd name="connsiteY376" fmla="*/ 233422 h 3247213"/>
              <a:gd name="connsiteX377" fmla="*/ 1654724 w 3147761"/>
              <a:gd name="connsiteY377" fmla="*/ 1138868 h 3247213"/>
              <a:gd name="connsiteX378" fmla="*/ 1628540 w 3147761"/>
              <a:gd name="connsiteY378" fmla="*/ 1138868 h 3247213"/>
              <a:gd name="connsiteX379" fmla="*/ 1628540 w 3147761"/>
              <a:gd name="connsiteY379" fmla="*/ 233553 h 3247213"/>
              <a:gd name="connsiteX380" fmla="*/ 1747939 w 3147761"/>
              <a:gd name="connsiteY380" fmla="*/ 34946 h 3247213"/>
              <a:gd name="connsiteX381" fmla="*/ 1878288 w 3147761"/>
              <a:gd name="connsiteY381" fmla="*/ 138 h 3247213"/>
              <a:gd name="connsiteX382" fmla="*/ 1269474 w 3147761"/>
              <a:gd name="connsiteY382" fmla="*/ 7 h 3247213"/>
              <a:gd name="connsiteX383" fmla="*/ 1399822 w 3147761"/>
              <a:gd name="connsiteY383" fmla="*/ 34815 h 3247213"/>
              <a:gd name="connsiteX384" fmla="*/ 1519221 w 3147761"/>
              <a:gd name="connsiteY384" fmla="*/ 233422 h 3247213"/>
              <a:gd name="connsiteX385" fmla="*/ 1519221 w 3147761"/>
              <a:gd name="connsiteY385" fmla="*/ 1138213 h 3247213"/>
              <a:gd name="connsiteX386" fmla="*/ 1493037 w 3147761"/>
              <a:gd name="connsiteY386" fmla="*/ 1138213 h 3247213"/>
              <a:gd name="connsiteX387" fmla="*/ 1493037 w 3147761"/>
              <a:gd name="connsiteY387" fmla="*/ 232898 h 3247213"/>
              <a:gd name="connsiteX388" fmla="*/ 1386991 w 3147761"/>
              <a:gd name="connsiteY388" fmla="*/ 57203 h 3247213"/>
              <a:gd name="connsiteX389" fmla="*/ 1159321 w 3147761"/>
              <a:gd name="connsiteY389" fmla="*/ 54715 h 3247213"/>
              <a:gd name="connsiteX390" fmla="*/ 1065843 w 3147761"/>
              <a:gd name="connsiteY390" fmla="*/ 267461 h 3247213"/>
              <a:gd name="connsiteX391" fmla="*/ 1060476 w 3147761"/>
              <a:gd name="connsiteY391" fmla="*/ 278589 h 3247213"/>
              <a:gd name="connsiteX392" fmla="*/ 1048300 w 3147761"/>
              <a:gd name="connsiteY392" fmla="*/ 280291 h 3247213"/>
              <a:gd name="connsiteX393" fmla="*/ 760275 w 3147761"/>
              <a:gd name="connsiteY393" fmla="*/ 305690 h 3247213"/>
              <a:gd name="connsiteX394" fmla="*/ 689840 w 3147761"/>
              <a:gd name="connsiteY394" fmla="*/ 548809 h 3247213"/>
              <a:gd name="connsiteX395" fmla="*/ 771141 w 3147761"/>
              <a:gd name="connsiteY395" fmla="*/ 592275 h 3247213"/>
              <a:gd name="connsiteX396" fmla="*/ 755955 w 3147761"/>
              <a:gd name="connsiteY396" fmla="*/ 613615 h 3247213"/>
              <a:gd name="connsiteX397" fmla="*/ 448291 w 3147761"/>
              <a:gd name="connsiteY397" fmla="*/ 613877 h 3247213"/>
              <a:gd name="connsiteX398" fmla="*/ 401552 w 3147761"/>
              <a:gd name="connsiteY398" fmla="*/ 892083 h 3247213"/>
              <a:gd name="connsiteX399" fmla="*/ 400898 w 3147761"/>
              <a:gd name="connsiteY399" fmla="*/ 905437 h 3247213"/>
              <a:gd name="connsiteX400" fmla="*/ 388853 w 3147761"/>
              <a:gd name="connsiteY400" fmla="*/ 911328 h 3247213"/>
              <a:gd name="connsiteX401" fmla="*/ 127667 w 3147761"/>
              <a:gd name="connsiteY401" fmla="*/ 991845 h 3247213"/>
              <a:gd name="connsiteX402" fmla="*/ 26204 w 3147761"/>
              <a:gd name="connsiteY402" fmla="*/ 1232870 h 3247213"/>
              <a:gd name="connsiteX403" fmla="*/ 166288 w 3147761"/>
              <a:gd name="connsiteY403" fmla="*/ 1524037 h 3247213"/>
              <a:gd name="connsiteX404" fmla="*/ 171787 w 3147761"/>
              <a:gd name="connsiteY404" fmla="*/ 1533724 h 3247213"/>
              <a:gd name="connsiteX405" fmla="*/ 167860 w 3147761"/>
              <a:gd name="connsiteY405" fmla="*/ 1544198 h 3247213"/>
              <a:gd name="connsiteX406" fmla="*/ 98996 w 3147761"/>
              <a:gd name="connsiteY406" fmla="*/ 1870059 h 3247213"/>
              <a:gd name="connsiteX407" fmla="*/ 229130 w 3147761"/>
              <a:gd name="connsiteY407" fmla="*/ 2006086 h 3247213"/>
              <a:gd name="connsiteX408" fmla="*/ 230309 w 3147761"/>
              <a:gd name="connsiteY408" fmla="*/ 2005300 h 3247213"/>
              <a:gd name="connsiteX409" fmla="*/ 231225 w 3147761"/>
              <a:gd name="connsiteY409" fmla="*/ 2006872 h 3247213"/>
              <a:gd name="connsiteX410" fmla="*/ 332688 w 3147761"/>
              <a:gd name="connsiteY410" fmla="*/ 2025331 h 3247213"/>
              <a:gd name="connsiteX411" fmla="*/ 333343 w 3147761"/>
              <a:gd name="connsiteY411" fmla="*/ 2051516 h 3247213"/>
              <a:gd name="connsiteX412" fmla="*/ 325749 w 3147761"/>
              <a:gd name="connsiteY412" fmla="*/ 2051646 h 3247213"/>
              <a:gd name="connsiteX413" fmla="*/ 231879 w 3147761"/>
              <a:gd name="connsiteY413" fmla="*/ 2034888 h 3247213"/>
              <a:gd name="connsiteX414" fmla="*/ 118109 w 3147761"/>
              <a:gd name="connsiteY414" fmla="*/ 2263214 h 3247213"/>
              <a:gd name="connsiteX415" fmla="*/ 294852 w 3147761"/>
              <a:gd name="connsiteY415" fmla="*/ 2437338 h 3247213"/>
              <a:gd name="connsiteX416" fmla="*/ 304540 w 3147761"/>
              <a:gd name="connsiteY416" fmla="*/ 2444277 h 3247213"/>
              <a:gd name="connsiteX417" fmla="*/ 304672 w 3147761"/>
              <a:gd name="connsiteY417" fmla="*/ 2456191 h 3247213"/>
              <a:gd name="connsiteX418" fmla="*/ 317109 w 3147761"/>
              <a:gd name="connsiteY418" fmla="*/ 2679410 h 3247213"/>
              <a:gd name="connsiteX419" fmla="*/ 659597 w 3147761"/>
              <a:gd name="connsiteY419" fmla="*/ 2726673 h 3247213"/>
              <a:gd name="connsiteX420" fmla="*/ 673736 w 3147761"/>
              <a:gd name="connsiteY420" fmla="*/ 2748798 h 3247213"/>
              <a:gd name="connsiteX421" fmla="*/ 592042 w 3147761"/>
              <a:gd name="connsiteY421" fmla="*/ 2785849 h 3247213"/>
              <a:gd name="connsiteX422" fmla="*/ 690494 w 3147761"/>
              <a:gd name="connsiteY422" fmla="*/ 3009592 h 3247213"/>
              <a:gd name="connsiteX423" fmla="*/ 1002478 w 3147761"/>
              <a:gd name="connsiteY423" fmla="*/ 2969268 h 3247213"/>
              <a:gd name="connsiteX424" fmla="*/ 1016356 w 3147761"/>
              <a:gd name="connsiteY424" fmla="*/ 2968090 h 3247213"/>
              <a:gd name="connsiteX425" fmla="*/ 1023425 w 3147761"/>
              <a:gd name="connsiteY425" fmla="*/ 2980134 h 3247213"/>
              <a:gd name="connsiteX426" fmla="*/ 1127245 w 3147761"/>
              <a:gd name="connsiteY426" fmla="*/ 3184632 h 3247213"/>
              <a:gd name="connsiteX427" fmla="*/ 1397335 w 3147761"/>
              <a:gd name="connsiteY427" fmla="*/ 3187250 h 3247213"/>
              <a:gd name="connsiteX428" fmla="*/ 1493037 w 3147761"/>
              <a:gd name="connsiteY428" fmla="*/ 3027266 h 3247213"/>
              <a:gd name="connsiteX429" fmla="*/ 1493037 w 3147761"/>
              <a:gd name="connsiteY429" fmla="*/ 1952933 h 3247213"/>
              <a:gd name="connsiteX430" fmla="*/ 1519221 w 3147761"/>
              <a:gd name="connsiteY430" fmla="*/ 1952933 h 3247213"/>
              <a:gd name="connsiteX431" fmla="*/ 1519221 w 3147761"/>
              <a:gd name="connsiteY431" fmla="*/ 3027266 h 3247213"/>
              <a:gd name="connsiteX432" fmla="*/ 1410296 w 3147761"/>
              <a:gd name="connsiteY432" fmla="*/ 3210031 h 3247213"/>
              <a:gd name="connsiteX433" fmla="*/ 1264450 w 3147761"/>
              <a:gd name="connsiteY433" fmla="*/ 3246689 h 3247213"/>
              <a:gd name="connsiteX434" fmla="*/ 1113760 w 3147761"/>
              <a:gd name="connsiteY434" fmla="*/ 3207020 h 3247213"/>
              <a:gd name="connsiteX435" fmla="*/ 997634 w 3147761"/>
              <a:gd name="connsiteY435" fmla="*/ 3004879 h 3247213"/>
              <a:gd name="connsiteX436" fmla="*/ 676879 w 3147761"/>
              <a:gd name="connsiteY436" fmla="*/ 3031979 h 3247213"/>
              <a:gd name="connsiteX437" fmla="*/ 564680 w 3147761"/>
              <a:gd name="connsiteY437" fmla="*/ 2792656 h 3247213"/>
              <a:gd name="connsiteX438" fmla="*/ 502493 w 3147761"/>
              <a:gd name="connsiteY438" fmla="*/ 2799202 h 3247213"/>
              <a:gd name="connsiteX439" fmla="*/ 295507 w 3147761"/>
              <a:gd name="connsiteY439" fmla="*/ 2694466 h 3247213"/>
              <a:gd name="connsiteX440" fmla="*/ 274036 w 3147761"/>
              <a:gd name="connsiteY440" fmla="*/ 2460380 h 3247213"/>
              <a:gd name="connsiteX441" fmla="*/ 92318 w 3147761"/>
              <a:gd name="connsiteY441" fmla="*/ 2268319 h 3247213"/>
              <a:gd name="connsiteX442" fmla="*/ 203339 w 3147761"/>
              <a:gd name="connsiteY442" fmla="*/ 2022582 h 3247213"/>
              <a:gd name="connsiteX443" fmla="*/ 74775 w 3147761"/>
              <a:gd name="connsiteY443" fmla="*/ 1880533 h 3247213"/>
              <a:gd name="connsiteX444" fmla="*/ 138795 w 3147761"/>
              <a:gd name="connsiteY444" fmla="*/ 1536605 h 3247213"/>
              <a:gd name="connsiteX445" fmla="*/ 19 w 3147761"/>
              <a:gd name="connsiteY445" fmla="*/ 1233524 h 3247213"/>
              <a:gd name="connsiteX446" fmla="*/ 109862 w 3147761"/>
              <a:gd name="connsiteY446" fmla="*/ 973123 h 3247213"/>
              <a:gd name="connsiteX447" fmla="*/ 368561 w 3147761"/>
              <a:gd name="connsiteY447" fmla="*/ 884359 h 3247213"/>
              <a:gd name="connsiteX448" fmla="*/ 431010 w 3147761"/>
              <a:gd name="connsiteY448" fmla="*/ 594632 h 3247213"/>
              <a:gd name="connsiteX449" fmla="*/ 661954 w 3147761"/>
              <a:gd name="connsiteY449" fmla="*/ 540693 h 3247213"/>
              <a:gd name="connsiteX450" fmla="*/ 743256 w 3147761"/>
              <a:gd name="connsiteY450" fmla="*/ 286182 h 3247213"/>
              <a:gd name="connsiteX451" fmla="*/ 1039397 w 3147761"/>
              <a:gd name="connsiteY451" fmla="*/ 250049 h 3247213"/>
              <a:gd name="connsiteX452" fmla="*/ 1145705 w 3147761"/>
              <a:gd name="connsiteY452" fmla="*/ 32851 h 3247213"/>
              <a:gd name="connsiteX453" fmla="*/ 1269474 w 3147761"/>
              <a:gd name="connsiteY453" fmla="*/ 7 h 324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</a:cxnLst>
            <a:rect l="l" t="t" r="r" b="b"/>
            <a:pathLst>
              <a:path w="3147761" h="3247213">
                <a:moveTo>
                  <a:pt x="1845344" y="2959973"/>
                </a:moveTo>
                <a:cubicBezTo>
                  <a:pt x="1822564" y="2959973"/>
                  <a:pt x="1804104" y="2978433"/>
                  <a:pt x="1804104" y="3001213"/>
                </a:cubicBezTo>
                <a:cubicBezTo>
                  <a:pt x="1804104" y="3023994"/>
                  <a:pt x="1822564" y="3042453"/>
                  <a:pt x="1845344" y="3042453"/>
                </a:cubicBezTo>
                <a:cubicBezTo>
                  <a:pt x="1868125" y="3042453"/>
                  <a:pt x="1886585" y="3023994"/>
                  <a:pt x="1886585" y="3001213"/>
                </a:cubicBezTo>
                <a:cubicBezTo>
                  <a:pt x="1886585" y="2978433"/>
                  <a:pt x="1868125" y="2959973"/>
                  <a:pt x="1845344" y="2959973"/>
                </a:cubicBezTo>
                <a:close/>
                <a:moveTo>
                  <a:pt x="1302417" y="2959973"/>
                </a:moveTo>
                <a:cubicBezTo>
                  <a:pt x="1279637" y="2959973"/>
                  <a:pt x="1261177" y="2978433"/>
                  <a:pt x="1261177" y="3001213"/>
                </a:cubicBezTo>
                <a:cubicBezTo>
                  <a:pt x="1261177" y="3023994"/>
                  <a:pt x="1279637" y="3042453"/>
                  <a:pt x="1302417" y="3042453"/>
                </a:cubicBezTo>
                <a:cubicBezTo>
                  <a:pt x="1325198" y="3042453"/>
                  <a:pt x="1343657" y="3023994"/>
                  <a:pt x="1343657" y="3001213"/>
                </a:cubicBezTo>
                <a:cubicBezTo>
                  <a:pt x="1343657" y="2978433"/>
                  <a:pt x="1325198" y="2959973"/>
                  <a:pt x="1302417" y="2959973"/>
                </a:cubicBezTo>
                <a:close/>
                <a:moveTo>
                  <a:pt x="1845344" y="2575197"/>
                </a:moveTo>
                <a:cubicBezTo>
                  <a:pt x="1822564" y="2575197"/>
                  <a:pt x="1804104" y="2593657"/>
                  <a:pt x="1804104" y="2616437"/>
                </a:cubicBezTo>
                <a:cubicBezTo>
                  <a:pt x="1804104" y="2639218"/>
                  <a:pt x="1822564" y="2657678"/>
                  <a:pt x="1845344" y="2657678"/>
                </a:cubicBezTo>
                <a:cubicBezTo>
                  <a:pt x="1868125" y="2657678"/>
                  <a:pt x="1886585" y="2639218"/>
                  <a:pt x="1886585" y="2616437"/>
                </a:cubicBezTo>
                <a:cubicBezTo>
                  <a:pt x="1886585" y="2593657"/>
                  <a:pt x="1868125" y="2575197"/>
                  <a:pt x="1845344" y="2575197"/>
                </a:cubicBezTo>
                <a:close/>
                <a:moveTo>
                  <a:pt x="1302417" y="2575197"/>
                </a:moveTo>
                <a:cubicBezTo>
                  <a:pt x="1279637" y="2575197"/>
                  <a:pt x="1261177" y="2593657"/>
                  <a:pt x="1261177" y="2616437"/>
                </a:cubicBezTo>
                <a:cubicBezTo>
                  <a:pt x="1261177" y="2639218"/>
                  <a:pt x="1279637" y="2657678"/>
                  <a:pt x="1302417" y="2657678"/>
                </a:cubicBezTo>
                <a:cubicBezTo>
                  <a:pt x="1325198" y="2657678"/>
                  <a:pt x="1343657" y="2639218"/>
                  <a:pt x="1343657" y="2616437"/>
                </a:cubicBezTo>
                <a:cubicBezTo>
                  <a:pt x="1343657" y="2593657"/>
                  <a:pt x="1325198" y="2575197"/>
                  <a:pt x="1302417" y="2575197"/>
                </a:cubicBezTo>
                <a:close/>
                <a:moveTo>
                  <a:pt x="1845344" y="2549013"/>
                </a:moveTo>
                <a:cubicBezTo>
                  <a:pt x="1882526" y="2549013"/>
                  <a:pt x="1912768" y="2579256"/>
                  <a:pt x="1912768" y="2616437"/>
                </a:cubicBezTo>
                <a:cubicBezTo>
                  <a:pt x="1912768" y="2649168"/>
                  <a:pt x="1889334" y="2676399"/>
                  <a:pt x="1858437" y="2682552"/>
                </a:cubicBezTo>
                <a:lnTo>
                  <a:pt x="1858437" y="2935098"/>
                </a:lnTo>
                <a:cubicBezTo>
                  <a:pt x="1889334" y="2941120"/>
                  <a:pt x="1912768" y="2968483"/>
                  <a:pt x="1912768" y="3001082"/>
                </a:cubicBezTo>
                <a:cubicBezTo>
                  <a:pt x="1912768" y="3038264"/>
                  <a:pt x="1882526" y="3068506"/>
                  <a:pt x="1845344" y="3068506"/>
                </a:cubicBezTo>
                <a:cubicBezTo>
                  <a:pt x="1808163" y="3068506"/>
                  <a:pt x="1777920" y="3038264"/>
                  <a:pt x="1777920" y="3001082"/>
                </a:cubicBezTo>
                <a:cubicBezTo>
                  <a:pt x="1777920" y="2968352"/>
                  <a:pt x="1801355" y="2941120"/>
                  <a:pt x="1832253" y="2934967"/>
                </a:cubicBezTo>
                <a:lnTo>
                  <a:pt x="1832253" y="2682552"/>
                </a:lnTo>
                <a:cubicBezTo>
                  <a:pt x="1801355" y="2676399"/>
                  <a:pt x="1777920" y="2649168"/>
                  <a:pt x="1777920" y="2616437"/>
                </a:cubicBezTo>
                <a:cubicBezTo>
                  <a:pt x="1777920" y="2579256"/>
                  <a:pt x="1808163" y="2549013"/>
                  <a:pt x="1845344" y="2549013"/>
                </a:cubicBezTo>
                <a:close/>
                <a:moveTo>
                  <a:pt x="1302417" y="2549013"/>
                </a:moveTo>
                <a:cubicBezTo>
                  <a:pt x="1339599" y="2549013"/>
                  <a:pt x="1369841" y="2579256"/>
                  <a:pt x="1369841" y="2616437"/>
                </a:cubicBezTo>
                <a:cubicBezTo>
                  <a:pt x="1369841" y="2649168"/>
                  <a:pt x="1346406" y="2676399"/>
                  <a:pt x="1315510" y="2682552"/>
                </a:cubicBezTo>
                <a:lnTo>
                  <a:pt x="1315510" y="2935098"/>
                </a:lnTo>
                <a:cubicBezTo>
                  <a:pt x="1346406" y="2941120"/>
                  <a:pt x="1369841" y="2968483"/>
                  <a:pt x="1369841" y="3001082"/>
                </a:cubicBezTo>
                <a:cubicBezTo>
                  <a:pt x="1369841" y="3038264"/>
                  <a:pt x="1339599" y="3068506"/>
                  <a:pt x="1302417" y="3068506"/>
                </a:cubicBezTo>
                <a:cubicBezTo>
                  <a:pt x="1265236" y="3068506"/>
                  <a:pt x="1234993" y="3038264"/>
                  <a:pt x="1234993" y="3001082"/>
                </a:cubicBezTo>
                <a:cubicBezTo>
                  <a:pt x="1234993" y="2968352"/>
                  <a:pt x="1258428" y="2941120"/>
                  <a:pt x="1289326" y="2934967"/>
                </a:cubicBezTo>
                <a:lnTo>
                  <a:pt x="1289326" y="2682552"/>
                </a:lnTo>
                <a:cubicBezTo>
                  <a:pt x="1258428" y="2676399"/>
                  <a:pt x="1234993" y="2649168"/>
                  <a:pt x="1234993" y="2616437"/>
                </a:cubicBezTo>
                <a:cubicBezTo>
                  <a:pt x="1234993" y="2579256"/>
                  <a:pt x="1265236" y="2549013"/>
                  <a:pt x="1302417" y="2549013"/>
                </a:cubicBezTo>
                <a:close/>
                <a:moveTo>
                  <a:pt x="2546424" y="2459595"/>
                </a:moveTo>
                <a:cubicBezTo>
                  <a:pt x="2523644" y="2459595"/>
                  <a:pt x="2505183" y="2478054"/>
                  <a:pt x="2505183" y="2500834"/>
                </a:cubicBezTo>
                <a:cubicBezTo>
                  <a:pt x="2505183" y="2523614"/>
                  <a:pt x="2523644" y="2542074"/>
                  <a:pt x="2546424" y="2542074"/>
                </a:cubicBezTo>
                <a:cubicBezTo>
                  <a:pt x="2569204" y="2542074"/>
                  <a:pt x="2587664" y="2523614"/>
                  <a:pt x="2587664" y="2500834"/>
                </a:cubicBezTo>
                <a:cubicBezTo>
                  <a:pt x="2587664" y="2478054"/>
                  <a:pt x="2569204" y="2459595"/>
                  <a:pt x="2546424" y="2459595"/>
                </a:cubicBezTo>
                <a:close/>
                <a:moveTo>
                  <a:pt x="601337" y="2459595"/>
                </a:moveTo>
                <a:cubicBezTo>
                  <a:pt x="578557" y="2459595"/>
                  <a:pt x="560097" y="2478054"/>
                  <a:pt x="560097" y="2500834"/>
                </a:cubicBezTo>
                <a:cubicBezTo>
                  <a:pt x="560097" y="2523614"/>
                  <a:pt x="578557" y="2542074"/>
                  <a:pt x="601337" y="2542074"/>
                </a:cubicBezTo>
                <a:cubicBezTo>
                  <a:pt x="624117" y="2542074"/>
                  <a:pt x="642577" y="2523614"/>
                  <a:pt x="642577" y="2500834"/>
                </a:cubicBezTo>
                <a:cubicBezTo>
                  <a:pt x="642577" y="2478054"/>
                  <a:pt x="624117" y="2459595"/>
                  <a:pt x="601337" y="2459595"/>
                </a:cubicBezTo>
                <a:close/>
                <a:moveTo>
                  <a:pt x="839089" y="2329591"/>
                </a:moveTo>
                <a:cubicBezTo>
                  <a:pt x="816309" y="2329591"/>
                  <a:pt x="797849" y="2348051"/>
                  <a:pt x="797849" y="2370831"/>
                </a:cubicBezTo>
                <a:cubicBezTo>
                  <a:pt x="797849" y="2393612"/>
                  <a:pt x="816309" y="2412071"/>
                  <a:pt x="839089" y="2412071"/>
                </a:cubicBezTo>
                <a:cubicBezTo>
                  <a:pt x="861738" y="2412071"/>
                  <a:pt x="880329" y="2393612"/>
                  <a:pt x="880329" y="2370831"/>
                </a:cubicBezTo>
                <a:cubicBezTo>
                  <a:pt x="880329" y="2348051"/>
                  <a:pt x="861869" y="2329591"/>
                  <a:pt x="839089" y="2329591"/>
                </a:cubicBezTo>
                <a:close/>
                <a:moveTo>
                  <a:pt x="2308672" y="2329590"/>
                </a:moveTo>
                <a:cubicBezTo>
                  <a:pt x="2285892" y="2329590"/>
                  <a:pt x="2267433" y="2348050"/>
                  <a:pt x="2267433" y="2370830"/>
                </a:cubicBezTo>
                <a:cubicBezTo>
                  <a:pt x="2267433" y="2393610"/>
                  <a:pt x="2285892" y="2412070"/>
                  <a:pt x="2308672" y="2412070"/>
                </a:cubicBezTo>
                <a:cubicBezTo>
                  <a:pt x="2331452" y="2412070"/>
                  <a:pt x="2349912" y="2393610"/>
                  <a:pt x="2349912" y="2370830"/>
                </a:cubicBezTo>
                <a:cubicBezTo>
                  <a:pt x="2349912" y="2348050"/>
                  <a:pt x="2331452" y="2329590"/>
                  <a:pt x="2308672" y="2329590"/>
                </a:cubicBezTo>
                <a:close/>
                <a:moveTo>
                  <a:pt x="1129471" y="2039209"/>
                </a:moveTo>
                <a:cubicBezTo>
                  <a:pt x="1106691" y="2039209"/>
                  <a:pt x="1088232" y="2057669"/>
                  <a:pt x="1088232" y="2080449"/>
                </a:cubicBezTo>
                <a:cubicBezTo>
                  <a:pt x="1088232" y="2103229"/>
                  <a:pt x="1106691" y="2121689"/>
                  <a:pt x="1129471" y="2121689"/>
                </a:cubicBezTo>
                <a:cubicBezTo>
                  <a:pt x="1152251" y="2121689"/>
                  <a:pt x="1170711" y="2103229"/>
                  <a:pt x="1170711" y="2080449"/>
                </a:cubicBezTo>
                <a:cubicBezTo>
                  <a:pt x="1170711" y="2057669"/>
                  <a:pt x="1152251" y="2039209"/>
                  <a:pt x="1129471" y="2039209"/>
                </a:cubicBezTo>
                <a:close/>
                <a:moveTo>
                  <a:pt x="2018160" y="2039208"/>
                </a:moveTo>
                <a:cubicBezTo>
                  <a:pt x="1995379" y="2039208"/>
                  <a:pt x="1976919" y="2057668"/>
                  <a:pt x="1976919" y="2080448"/>
                </a:cubicBezTo>
                <a:cubicBezTo>
                  <a:pt x="1976919" y="2103098"/>
                  <a:pt x="1995379" y="2121689"/>
                  <a:pt x="2018160" y="2121689"/>
                </a:cubicBezTo>
                <a:cubicBezTo>
                  <a:pt x="2040940" y="2121689"/>
                  <a:pt x="2059399" y="2103229"/>
                  <a:pt x="2059399" y="2080448"/>
                </a:cubicBezTo>
                <a:cubicBezTo>
                  <a:pt x="2059399" y="2057668"/>
                  <a:pt x="2040940" y="2039208"/>
                  <a:pt x="2018160" y="2039208"/>
                </a:cubicBezTo>
                <a:close/>
                <a:moveTo>
                  <a:pt x="2018290" y="2013024"/>
                </a:moveTo>
                <a:cubicBezTo>
                  <a:pt x="2055472" y="2013024"/>
                  <a:pt x="2085714" y="2043267"/>
                  <a:pt x="2085714" y="2080448"/>
                </a:cubicBezTo>
                <a:cubicBezTo>
                  <a:pt x="2085714" y="2094326"/>
                  <a:pt x="2081525" y="2107156"/>
                  <a:pt x="2074325" y="2117891"/>
                </a:cubicBezTo>
                <a:lnTo>
                  <a:pt x="2271229" y="2314796"/>
                </a:lnTo>
                <a:cubicBezTo>
                  <a:pt x="2281965" y="2307596"/>
                  <a:pt x="2294794" y="2303406"/>
                  <a:pt x="2308672" y="2303406"/>
                </a:cubicBezTo>
                <a:cubicBezTo>
                  <a:pt x="2345854" y="2303406"/>
                  <a:pt x="2376096" y="2333649"/>
                  <a:pt x="2376096" y="2370830"/>
                </a:cubicBezTo>
                <a:cubicBezTo>
                  <a:pt x="2376096" y="2408012"/>
                  <a:pt x="2345854" y="2438254"/>
                  <a:pt x="2308672" y="2438254"/>
                </a:cubicBezTo>
                <a:cubicBezTo>
                  <a:pt x="2271491" y="2438254"/>
                  <a:pt x="2241248" y="2408012"/>
                  <a:pt x="2241248" y="2370830"/>
                </a:cubicBezTo>
                <a:cubicBezTo>
                  <a:pt x="2241248" y="2356952"/>
                  <a:pt x="2245438" y="2344122"/>
                  <a:pt x="2252638" y="2333387"/>
                </a:cubicBezTo>
                <a:lnTo>
                  <a:pt x="2055733" y="2136482"/>
                </a:lnTo>
                <a:cubicBezTo>
                  <a:pt x="2044998" y="2143683"/>
                  <a:pt x="2032168" y="2147872"/>
                  <a:pt x="2018290" y="2147872"/>
                </a:cubicBezTo>
                <a:cubicBezTo>
                  <a:pt x="1981109" y="2147872"/>
                  <a:pt x="1950866" y="2117630"/>
                  <a:pt x="1950866" y="2080448"/>
                </a:cubicBezTo>
                <a:cubicBezTo>
                  <a:pt x="1950866" y="2043267"/>
                  <a:pt x="1981109" y="2013024"/>
                  <a:pt x="2018290" y="2013024"/>
                </a:cubicBezTo>
                <a:close/>
                <a:moveTo>
                  <a:pt x="1129471" y="2012894"/>
                </a:moveTo>
                <a:cubicBezTo>
                  <a:pt x="1166653" y="2012894"/>
                  <a:pt x="1196895" y="2043137"/>
                  <a:pt x="1196895" y="2080318"/>
                </a:cubicBezTo>
                <a:cubicBezTo>
                  <a:pt x="1196895" y="2117500"/>
                  <a:pt x="1166653" y="2147742"/>
                  <a:pt x="1129471" y="2147742"/>
                </a:cubicBezTo>
                <a:cubicBezTo>
                  <a:pt x="1115593" y="2147742"/>
                  <a:pt x="1102764" y="2143553"/>
                  <a:pt x="1092028" y="2136352"/>
                </a:cubicBezTo>
                <a:lnTo>
                  <a:pt x="895123" y="2333257"/>
                </a:lnTo>
                <a:cubicBezTo>
                  <a:pt x="902324" y="2343992"/>
                  <a:pt x="906513" y="2356822"/>
                  <a:pt x="906513" y="2370700"/>
                </a:cubicBezTo>
                <a:cubicBezTo>
                  <a:pt x="906513" y="2407882"/>
                  <a:pt x="876270" y="2438124"/>
                  <a:pt x="839089" y="2438124"/>
                </a:cubicBezTo>
                <a:cubicBezTo>
                  <a:pt x="801907" y="2438124"/>
                  <a:pt x="771665" y="2407882"/>
                  <a:pt x="771665" y="2370700"/>
                </a:cubicBezTo>
                <a:cubicBezTo>
                  <a:pt x="771665" y="2333519"/>
                  <a:pt x="801907" y="2303276"/>
                  <a:pt x="839089" y="2303276"/>
                </a:cubicBezTo>
                <a:cubicBezTo>
                  <a:pt x="852967" y="2303276"/>
                  <a:pt x="865796" y="2307466"/>
                  <a:pt x="876532" y="2314666"/>
                </a:cubicBezTo>
                <a:lnTo>
                  <a:pt x="1073437" y="2117761"/>
                </a:lnTo>
                <a:cubicBezTo>
                  <a:pt x="1066237" y="2107026"/>
                  <a:pt x="1062047" y="2094196"/>
                  <a:pt x="1062047" y="2080318"/>
                </a:cubicBezTo>
                <a:cubicBezTo>
                  <a:pt x="1062047" y="2043137"/>
                  <a:pt x="1092290" y="2012894"/>
                  <a:pt x="1129471" y="2012894"/>
                </a:cubicBezTo>
                <a:close/>
                <a:moveTo>
                  <a:pt x="2767811" y="1859325"/>
                </a:moveTo>
                <a:cubicBezTo>
                  <a:pt x="2745031" y="1859325"/>
                  <a:pt x="2726571" y="1877784"/>
                  <a:pt x="2726571" y="1900564"/>
                </a:cubicBezTo>
                <a:cubicBezTo>
                  <a:pt x="2726571" y="1923344"/>
                  <a:pt x="2745031" y="1941804"/>
                  <a:pt x="2767811" y="1941804"/>
                </a:cubicBezTo>
                <a:cubicBezTo>
                  <a:pt x="2790592" y="1941804"/>
                  <a:pt x="2809052" y="1923344"/>
                  <a:pt x="2809052" y="1900564"/>
                </a:cubicBezTo>
                <a:cubicBezTo>
                  <a:pt x="2809052" y="1877784"/>
                  <a:pt x="2790592" y="1859325"/>
                  <a:pt x="2767811" y="1859325"/>
                </a:cubicBezTo>
                <a:close/>
                <a:moveTo>
                  <a:pt x="365615" y="1859325"/>
                </a:moveTo>
                <a:cubicBezTo>
                  <a:pt x="342834" y="1859325"/>
                  <a:pt x="324374" y="1877784"/>
                  <a:pt x="324374" y="1900564"/>
                </a:cubicBezTo>
                <a:cubicBezTo>
                  <a:pt x="324374" y="1923344"/>
                  <a:pt x="342834" y="1941804"/>
                  <a:pt x="365615" y="1941804"/>
                </a:cubicBezTo>
                <a:cubicBezTo>
                  <a:pt x="388395" y="1941804"/>
                  <a:pt x="406855" y="1923344"/>
                  <a:pt x="406855" y="1900564"/>
                </a:cubicBezTo>
                <a:cubicBezTo>
                  <a:pt x="406855" y="1877784"/>
                  <a:pt x="388395" y="1859325"/>
                  <a:pt x="365615" y="1859325"/>
                </a:cubicBezTo>
                <a:close/>
                <a:moveTo>
                  <a:pt x="1950866" y="1850290"/>
                </a:moveTo>
                <a:lnTo>
                  <a:pt x="2274240" y="1850290"/>
                </a:lnTo>
                <a:cubicBezTo>
                  <a:pt x="2277775" y="1850290"/>
                  <a:pt x="2281048" y="1851599"/>
                  <a:pt x="2283535" y="1854087"/>
                </a:cubicBezTo>
                <a:lnTo>
                  <a:pt x="2555719" y="2126271"/>
                </a:lnTo>
                <a:cubicBezTo>
                  <a:pt x="2558076" y="2128758"/>
                  <a:pt x="2559516" y="2132031"/>
                  <a:pt x="2559516" y="2135566"/>
                </a:cubicBezTo>
                <a:lnTo>
                  <a:pt x="2559516" y="2434719"/>
                </a:lnTo>
                <a:cubicBezTo>
                  <a:pt x="2590413" y="2440742"/>
                  <a:pt x="2613848" y="2468104"/>
                  <a:pt x="2613978" y="2500834"/>
                </a:cubicBezTo>
                <a:cubicBezTo>
                  <a:pt x="2613978" y="2538016"/>
                  <a:pt x="2583736" y="2568258"/>
                  <a:pt x="2546554" y="2568258"/>
                </a:cubicBezTo>
                <a:cubicBezTo>
                  <a:pt x="2509373" y="2568258"/>
                  <a:pt x="2479130" y="2538016"/>
                  <a:pt x="2479130" y="2500834"/>
                </a:cubicBezTo>
                <a:cubicBezTo>
                  <a:pt x="2479130" y="2468104"/>
                  <a:pt x="2502565" y="2440873"/>
                  <a:pt x="2533463" y="2434719"/>
                </a:cubicBezTo>
                <a:lnTo>
                  <a:pt x="2533463" y="2141064"/>
                </a:lnTo>
                <a:lnTo>
                  <a:pt x="2268872" y="1876474"/>
                </a:lnTo>
                <a:lnTo>
                  <a:pt x="1950866" y="1876474"/>
                </a:lnTo>
                <a:close/>
                <a:moveTo>
                  <a:pt x="873521" y="1850290"/>
                </a:moveTo>
                <a:lnTo>
                  <a:pt x="1197026" y="1850290"/>
                </a:lnTo>
                <a:lnTo>
                  <a:pt x="1197026" y="1876474"/>
                </a:lnTo>
                <a:lnTo>
                  <a:pt x="879019" y="1876474"/>
                </a:lnTo>
                <a:lnTo>
                  <a:pt x="614429" y="2141064"/>
                </a:lnTo>
                <a:lnTo>
                  <a:pt x="614429" y="2434719"/>
                </a:lnTo>
                <a:cubicBezTo>
                  <a:pt x="645327" y="2440873"/>
                  <a:pt x="668761" y="2468104"/>
                  <a:pt x="668761" y="2500834"/>
                </a:cubicBezTo>
                <a:cubicBezTo>
                  <a:pt x="668761" y="2538016"/>
                  <a:pt x="638518" y="2568258"/>
                  <a:pt x="601337" y="2568258"/>
                </a:cubicBezTo>
                <a:cubicBezTo>
                  <a:pt x="564155" y="2568258"/>
                  <a:pt x="533913" y="2538016"/>
                  <a:pt x="533913" y="2500834"/>
                </a:cubicBezTo>
                <a:cubicBezTo>
                  <a:pt x="533913" y="2468104"/>
                  <a:pt x="557348" y="2440873"/>
                  <a:pt x="588245" y="2434719"/>
                </a:cubicBezTo>
                <a:lnTo>
                  <a:pt x="588245" y="2135566"/>
                </a:lnTo>
                <a:cubicBezTo>
                  <a:pt x="588245" y="2132031"/>
                  <a:pt x="589554" y="2128758"/>
                  <a:pt x="592042" y="2126271"/>
                </a:cubicBezTo>
                <a:lnTo>
                  <a:pt x="864225" y="1854087"/>
                </a:lnTo>
                <a:cubicBezTo>
                  <a:pt x="866713" y="1851730"/>
                  <a:pt x="869986" y="1850290"/>
                  <a:pt x="873521" y="1850290"/>
                </a:cubicBezTo>
                <a:close/>
                <a:moveTo>
                  <a:pt x="1970505" y="1685462"/>
                </a:moveTo>
                <a:lnTo>
                  <a:pt x="2565801" y="1685462"/>
                </a:lnTo>
                <a:cubicBezTo>
                  <a:pt x="2569336" y="1685462"/>
                  <a:pt x="2572609" y="1686771"/>
                  <a:pt x="2575096" y="1689259"/>
                </a:cubicBezTo>
                <a:lnTo>
                  <a:pt x="2730368" y="1844530"/>
                </a:lnTo>
                <a:cubicBezTo>
                  <a:pt x="2741103" y="1837330"/>
                  <a:pt x="2753934" y="1833140"/>
                  <a:pt x="2767811" y="1833140"/>
                </a:cubicBezTo>
                <a:cubicBezTo>
                  <a:pt x="2804992" y="1833140"/>
                  <a:pt x="2835236" y="1863383"/>
                  <a:pt x="2835366" y="1900564"/>
                </a:cubicBezTo>
                <a:cubicBezTo>
                  <a:pt x="2835366" y="1937746"/>
                  <a:pt x="2805124" y="1967988"/>
                  <a:pt x="2767942" y="1967988"/>
                </a:cubicBezTo>
                <a:cubicBezTo>
                  <a:pt x="2730761" y="1967988"/>
                  <a:pt x="2700518" y="1937746"/>
                  <a:pt x="2700518" y="1900564"/>
                </a:cubicBezTo>
                <a:cubicBezTo>
                  <a:pt x="2700518" y="1886686"/>
                  <a:pt x="2704707" y="1873857"/>
                  <a:pt x="2711908" y="1863121"/>
                </a:cubicBezTo>
                <a:lnTo>
                  <a:pt x="2560433" y="1711646"/>
                </a:lnTo>
                <a:lnTo>
                  <a:pt x="1970505" y="1711646"/>
                </a:lnTo>
                <a:close/>
                <a:moveTo>
                  <a:pt x="567625" y="1685462"/>
                </a:moveTo>
                <a:lnTo>
                  <a:pt x="1162921" y="1685462"/>
                </a:lnTo>
                <a:lnTo>
                  <a:pt x="1162921" y="1711646"/>
                </a:lnTo>
                <a:lnTo>
                  <a:pt x="572993" y="1711646"/>
                </a:lnTo>
                <a:lnTo>
                  <a:pt x="421518" y="1863121"/>
                </a:lnTo>
                <a:cubicBezTo>
                  <a:pt x="428719" y="1873857"/>
                  <a:pt x="432908" y="1886686"/>
                  <a:pt x="432908" y="1900564"/>
                </a:cubicBezTo>
                <a:cubicBezTo>
                  <a:pt x="432908" y="1937746"/>
                  <a:pt x="402665" y="1967988"/>
                  <a:pt x="365484" y="1967988"/>
                </a:cubicBezTo>
                <a:cubicBezTo>
                  <a:pt x="328302" y="1967988"/>
                  <a:pt x="298060" y="1937746"/>
                  <a:pt x="298060" y="1900564"/>
                </a:cubicBezTo>
                <a:cubicBezTo>
                  <a:pt x="298190" y="1863383"/>
                  <a:pt x="328434" y="1833140"/>
                  <a:pt x="365615" y="1833140"/>
                </a:cubicBezTo>
                <a:cubicBezTo>
                  <a:pt x="379492" y="1833140"/>
                  <a:pt x="392323" y="1837330"/>
                  <a:pt x="403058" y="1844530"/>
                </a:cubicBezTo>
                <a:lnTo>
                  <a:pt x="558330" y="1689259"/>
                </a:lnTo>
                <a:cubicBezTo>
                  <a:pt x="560817" y="1686771"/>
                  <a:pt x="564090" y="1685462"/>
                  <a:pt x="567625" y="1685462"/>
                </a:cubicBezTo>
                <a:close/>
                <a:moveTo>
                  <a:pt x="2671453" y="1490259"/>
                </a:moveTo>
                <a:cubicBezTo>
                  <a:pt x="2648673" y="1490259"/>
                  <a:pt x="2630214" y="1508719"/>
                  <a:pt x="2630214" y="1531499"/>
                </a:cubicBezTo>
                <a:cubicBezTo>
                  <a:pt x="2630214" y="1554279"/>
                  <a:pt x="2648673" y="1572739"/>
                  <a:pt x="2671453" y="1572739"/>
                </a:cubicBezTo>
                <a:cubicBezTo>
                  <a:pt x="2694233" y="1572739"/>
                  <a:pt x="2712824" y="1554149"/>
                  <a:pt x="2712693" y="1531499"/>
                </a:cubicBezTo>
                <a:cubicBezTo>
                  <a:pt x="2712693" y="1508719"/>
                  <a:pt x="2694233" y="1490259"/>
                  <a:pt x="2671453" y="1490259"/>
                </a:cubicBezTo>
                <a:close/>
                <a:moveTo>
                  <a:pt x="2227894" y="1490259"/>
                </a:moveTo>
                <a:cubicBezTo>
                  <a:pt x="2205114" y="1490259"/>
                  <a:pt x="2186654" y="1508719"/>
                  <a:pt x="2186654" y="1531499"/>
                </a:cubicBezTo>
                <a:cubicBezTo>
                  <a:pt x="2186654" y="1554279"/>
                  <a:pt x="2205114" y="1572739"/>
                  <a:pt x="2227894" y="1572739"/>
                </a:cubicBezTo>
                <a:cubicBezTo>
                  <a:pt x="2250675" y="1572739"/>
                  <a:pt x="2269135" y="1554149"/>
                  <a:pt x="2269135" y="1531499"/>
                </a:cubicBezTo>
                <a:cubicBezTo>
                  <a:pt x="2269135" y="1508719"/>
                  <a:pt x="2250675" y="1490259"/>
                  <a:pt x="2227894" y="1490259"/>
                </a:cubicBezTo>
                <a:close/>
                <a:moveTo>
                  <a:pt x="919868" y="1490259"/>
                </a:moveTo>
                <a:cubicBezTo>
                  <a:pt x="897087" y="1490259"/>
                  <a:pt x="878628" y="1508719"/>
                  <a:pt x="878628" y="1531499"/>
                </a:cubicBezTo>
                <a:cubicBezTo>
                  <a:pt x="878628" y="1554279"/>
                  <a:pt x="897087" y="1572739"/>
                  <a:pt x="919868" y="1572739"/>
                </a:cubicBezTo>
                <a:cubicBezTo>
                  <a:pt x="942517" y="1572739"/>
                  <a:pt x="961108" y="1554149"/>
                  <a:pt x="961108" y="1531499"/>
                </a:cubicBezTo>
                <a:cubicBezTo>
                  <a:pt x="961108" y="1508719"/>
                  <a:pt x="942649" y="1490259"/>
                  <a:pt x="919868" y="1490259"/>
                </a:cubicBezTo>
                <a:close/>
                <a:moveTo>
                  <a:pt x="476178" y="1490259"/>
                </a:moveTo>
                <a:cubicBezTo>
                  <a:pt x="453398" y="1490259"/>
                  <a:pt x="434938" y="1508719"/>
                  <a:pt x="434938" y="1531499"/>
                </a:cubicBezTo>
                <a:cubicBezTo>
                  <a:pt x="434938" y="1554279"/>
                  <a:pt x="453398" y="1572739"/>
                  <a:pt x="476178" y="1572739"/>
                </a:cubicBezTo>
                <a:cubicBezTo>
                  <a:pt x="498958" y="1572739"/>
                  <a:pt x="517418" y="1554149"/>
                  <a:pt x="517418" y="1531499"/>
                </a:cubicBezTo>
                <a:cubicBezTo>
                  <a:pt x="517418" y="1508719"/>
                  <a:pt x="498958" y="1490259"/>
                  <a:pt x="476178" y="1490259"/>
                </a:cubicBezTo>
                <a:close/>
                <a:moveTo>
                  <a:pt x="2227894" y="1463944"/>
                </a:moveTo>
                <a:cubicBezTo>
                  <a:pt x="2260625" y="1463944"/>
                  <a:pt x="2287856" y="1487379"/>
                  <a:pt x="2294009" y="1518276"/>
                </a:cubicBezTo>
                <a:lnTo>
                  <a:pt x="2605338" y="1518276"/>
                </a:lnTo>
                <a:cubicBezTo>
                  <a:pt x="2611492" y="1487379"/>
                  <a:pt x="2638723" y="1463944"/>
                  <a:pt x="2671453" y="1463944"/>
                </a:cubicBezTo>
                <a:cubicBezTo>
                  <a:pt x="2708635" y="1463944"/>
                  <a:pt x="2738877" y="1494187"/>
                  <a:pt x="2738877" y="1531368"/>
                </a:cubicBezTo>
                <a:cubicBezTo>
                  <a:pt x="2738877" y="1568550"/>
                  <a:pt x="2708635" y="1598792"/>
                  <a:pt x="2671453" y="1598792"/>
                </a:cubicBezTo>
                <a:cubicBezTo>
                  <a:pt x="2638723" y="1598792"/>
                  <a:pt x="2611492" y="1575358"/>
                  <a:pt x="2605338" y="1544461"/>
                </a:cubicBezTo>
                <a:lnTo>
                  <a:pt x="2294009" y="1544461"/>
                </a:lnTo>
                <a:cubicBezTo>
                  <a:pt x="2287856" y="1575358"/>
                  <a:pt x="2260625" y="1598792"/>
                  <a:pt x="2227894" y="1598792"/>
                </a:cubicBezTo>
                <a:cubicBezTo>
                  <a:pt x="2190713" y="1598792"/>
                  <a:pt x="2160470" y="1568550"/>
                  <a:pt x="2160470" y="1531368"/>
                </a:cubicBezTo>
                <a:cubicBezTo>
                  <a:pt x="2160470" y="1494187"/>
                  <a:pt x="2190713" y="1463944"/>
                  <a:pt x="2227894" y="1463944"/>
                </a:cubicBezTo>
                <a:close/>
                <a:moveTo>
                  <a:pt x="476178" y="1463944"/>
                </a:moveTo>
                <a:cubicBezTo>
                  <a:pt x="508908" y="1463944"/>
                  <a:pt x="536140" y="1487379"/>
                  <a:pt x="542293" y="1518276"/>
                </a:cubicBezTo>
                <a:lnTo>
                  <a:pt x="853752" y="1518276"/>
                </a:lnTo>
                <a:cubicBezTo>
                  <a:pt x="859906" y="1487379"/>
                  <a:pt x="887137" y="1463944"/>
                  <a:pt x="919868" y="1463944"/>
                </a:cubicBezTo>
                <a:cubicBezTo>
                  <a:pt x="957049" y="1463944"/>
                  <a:pt x="987161" y="1494187"/>
                  <a:pt x="987161" y="1531368"/>
                </a:cubicBezTo>
                <a:cubicBezTo>
                  <a:pt x="987161" y="1568550"/>
                  <a:pt x="956919" y="1598792"/>
                  <a:pt x="919737" y="1598792"/>
                </a:cubicBezTo>
                <a:cubicBezTo>
                  <a:pt x="887007" y="1598792"/>
                  <a:pt x="859776" y="1575358"/>
                  <a:pt x="853622" y="1544461"/>
                </a:cubicBezTo>
                <a:lnTo>
                  <a:pt x="542293" y="1544461"/>
                </a:lnTo>
                <a:cubicBezTo>
                  <a:pt x="536140" y="1575358"/>
                  <a:pt x="508908" y="1598792"/>
                  <a:pt x="476178" y="1598792"/>
                </a:cubicBezTo>
                <a:cubicBezTo>
                  <a:pt x="438996" y="1598792"/>
                  <a:pt x="408754" y="1568550"/>
                  <a:pt x="408754" y="1531368"/>
                </a:cubicBezTo>
                <a:cubicBezTo>
                  <a:pt x="408754" y="1494187"/>
                  <a:pt x="438996" y="1463944"/>
                  <a:pt x="476178" y="1463944"/>
                </a:cubicBezTo>
                <a:close/>
                <a:moveTo>
                  <a:pt x="2841472" y="1136511"/>
                </a:moveTo>
                <a:cubicBezTo>
                  <a:pt x="2818692" y="1136511"/>
                  <a:pt x="2800233" y="1154971"/>
                  <a:pt x="2800233" y="1177751"/>
                </a:cubicBezTo>
                <a:cubicBezTo>
                  <a:pt x="2800233" y="1200532"/>
                  <a:pt x="2818692" y="1218992"/>
                  <a:pt x="2841472" y="1218992"/>
                </a:cubicBezTo>
                <a:cubicBezTo>
                  <a:pt x="2864252" y="1218992"/>
                  <a:pt x="2882712" y="1200532"/>
                  <a:pt x="2882712" y="1177751"/>
                </a:cubicBezTo>
                <a:cubicBezTo>
                  <a:pt x="2882712" y="1154971"/>
                  <a:pt x="2864252" y="1136511"/>
                  <a:pt x="2841472" y="1136511"/>
                </a:cubicBezTo>
                <a:close/>
                <a:moveTo>
                  <a:pt x="317502" y="1136511"/>
                </a:moveTo>
                <a:cubicBezTo>
                  <a:pt x="294722" y="1136511"/>
                  <a:pt x="276262" y="1154971"/>
                  <a:pt x="276262" y="1177751"/>
                </a:cubicBezTo>
                <a:cubicBezTo>
                  <a:pt x="276262" y="1200532"/>
                  <a:pt x="294722" y="1218992"/>
                  <a:pt x="317502" y="1218992"/>
                </a:cubicBezTo>
                <a:cubicBezTo>
                  <a:pt x="340282" y="1218992"/>
                  <a:pt x="358741" y="1200532"/>
                  <a:pt x="358741" y="1177751"/>
                </a:cubicBezTo>
                <a:cubicBezTo>
                  <a:pt x="358741" y="1154971"/>
                  <a:pt x="340282" y="1136511"/>
                  <a:pt x="317502" y="1136511"/>
                </a:cubicBezTo>
                <a:close/>
                <a:moveTo>
                  <a:pt x="2841472" y="1110327"/>
                </a:moveTo>
                <a:cubicBezTo>
                  <a:pt x="2878654" y="1110327"/>
                  <a:pt x="2908896" y="1140570"/>
                  <a:pt x="2908896" y="1177751"/>
                </a:cubicBezTo>
                <a:cubicBezTo>
                  <a:pt x="2908896" y="1214933"/>
                  <a:pt x="2878654" y="1245175"/>
                  <a:pt x="2841472" y="1245175"/>
                </a:cubicBezTo>
                <a:cubicBezTo>
                  <a:pt x="2827594" y="1245175"/>
                  <a:pt x="2814765" y="1240986"/>
                  <a:pt x="2804029" y="1233786"/>
                </a:cubicBezTo>
                <a:lnTo>
                  <a:pt x="2671799" y="1366016"/>
                </a:lnTo>
                <a:cubicBezTo>
                  <a:pt x="2669312" y="1368503"/>
                  <a:pt x="2666039" y="1369812"/>
                  <a:pt x="2662503" y="1369812"/>
                </a:cubicBezTo>
                <a:lnTo>
                  <a:pt x="1981717" y="1369812"/>
                </a:lnTo>
                <a:lnTo>
                  <a:pt x="1981717" y="1343628"/>
                </a:lnTo>
                <a:lnTo>
                  <a:pt x="2657005" y="1343628"/>
                </a:lnTo>
                <a:lnTo>
                  <a:pt x="2785438" y="1215194"/>
                </a:lnTo>
                <a:cubicBezTo>
                  <a:pt x="2778237" y="1204459"/>
                  <a:pt x="2774049" y="1191629"/>
                  <a:pt x="2774049" y="1177751"/>
                </a:cubicBezTo>
                <a:cubicBezTo>
                  <a:pt x="2774049" y="1140570"/>
                  <a:pt x="2804291" y="1110327"/>
                  <a:pt x="2841472" y="1110327"/>
                </a:cubicBezTo>
                <a:close/>
                <a:moveTo>
                  <a:pt x="317502" y="1110327"/>
                </a:moveTo>
                <a:cubicBezTo>
                  <a:pt x="354683" y="1110327"/>
                  <a:pt x="384925" y="1140570"/>
                  <a:pt x="384925" y="1177751"/>
                </a:cubicBezTo>
                <a:cubicBezTo>
                  <a:pt x="384925" y="1191629"/>
                  <a:pt x="380737" y="1204459"/>
                  <a:pt x="373536" y="1215194"/>
                </a:cubicBezTo>
                <a:lnTo>
                  <a:pt x="501969" y="1343628"/>
                </a:lnTo>
                <a:lnTo>
                  <a:pt x="1177257" y="1343628"/>
                </a:lnTo>
                <a:lnTo>
                  <a:pt x="1177257" y="1369812"/>
                </a:lnTo>
                <a:lnTo>
                  <a:pt x="496471" y="1369812"/>
                </a:lnTo>
                <a:cubicBezTo>
                  <a:pt x="492935" y="1369812"/>
                  <a:pt x="489662" y="1368503"/>
                  <a:pt x="487175" y="1366016"/>
                </a:cubicBezTo>
                <a:lnTo>
                  <a:pt x="354945" y="1233786"/>
                </a:lnTo>
                <a:cubicBezTo>
                  <a:pt x="344209" y="1240986"/>
                  <a:pt x="331380" y="1245175"/>
                  <a:pt x="317502" y="1245175"/>
                </a:cubicBezTo>
                <a:cubicBezTo>
                  <a:pt x="280320" y="1245175"/>
                  <a:pt x="250078" y="1214933"/>
                  <a:pt x="250078" y="1177751"/>
                </a:cubicBezTo>
                <a:cubicBezTo>
                  <a:pt x="250078" y="1140570"/>
                  <a:pt x="280320" y="1110327"/>
                  <a:pt x="317502" y="1110327"/>
                </a:cubicBezTo>
                <a:close/>
                <a:moveTo>
                  <a:pt x="1845344" y="534670"/>
                </a:moveTo>
                <a:cubicBezTo>
                  <a:pt x="1822564" y="534670"/>
                  <a:pt x="1804104" y="553130"/>
                  <a:pt x="1804104" y="575911"/>
                </a:cubicBezTo>
                <a:cubicBezTo>
                  <a:pt x="1804104" y="598691"/>
                  <a:pt x="1822564" y="617151"/>
                  <a:pt x="1845344" y="617151"/>
                </a:cubicBezTo>
                <a:cubicBezTo>
                  <a:pt x="1868125" y="617151"/>
                  <a:pt x="1886585" y="598691"/>
                  <a:pt x="1886585" y="575911"/>
                </a:cubicBezTo>
                <a:cubicBezTo>
                  <a:pt x="1886585" y="553130"/>
                  <a:pt x="1868125" y="534670"/>
                  <a:pt x="1845344" y="534670"/>
                </a:cubicBezTo>
                <a:close/>
                <a:moveTo>
                  <a:pt x="1302417" y="534670"/>
                </a:moveTo>
                <a:cubicBezTo>
                  <a:pt x="1279637" y="534670"/>
                  <a:pt x="1261177" y="553130"/>
                  <a:pt x="1261177" y="575911"/>
                </a:cubicBezTo>
                <a:cubicBezTo>
                  <a:pt x="1261177" y="598691"/>
                  <a:pt x="1279637" y="617151"/>
                  <a:pt x="1302417" y="617151"/>
                </a:cubicBezTo>
                <a:cubicBezTo>
                  <a:pt x="1325198" y="617151"/>
                  <a:pt x="1343657" y="598691"/>
                  <a:pt x="1343657" y="575911"/>
                </a:cubicBezTo>
                <a:cubicBezTo>
                  <a:pt x="1343657" y="553130"/>
                  <a:pt x="1325198" y="534670"/>
                  <a:pt x="1302417" y="534670"/>
                </a:cubicBezTo>
                <a:close/>
                <a:moveTo>
                  <a:pt x="2168326" y="452452"/>
                </a:moveTo>
                <a:cubicBezTo>
                  <a:pt x="2145545" y="452452"/>
                  <a:pt x="2127087" y="470912"/>
                  <a:pt x="2127087" y="493692"/>
                </a:cubicBezTo>
                <a:cubicBezTo>
                  <a:pt x="2127087" y="516473"/>
                  <a:pt x="2145545" y="534932"/>
                  <a:pt x="2168326" y="534932"/>
                </a:cubicBezTo>
                <a:cubicBezTo>
                  <a:pt x="2191106" y="534932"/>
                  <a:pt x="2209566" y="516473"/>
                  <a:pt x="2209566" y="493692"/>
                </a:cubicBezTo>
                <a:cubicBezTo>
                  <a:pt x="2209566" y="470912"/>
                  <a:pt x="2191106" y="452452"/>
                  <a:pt x="2168326" y="452452"/>
                </a:cubicBezTo>
                <a:close/>
                <a:moveTo>
                  <a:pt x="979436" y="452452"/>
                </a:moveTo>
                <a:cubicBezTo>
                  <a:pt x="956656" y="452452"/>
                  <a:pt x="938196" y="470912"/>
                  <a:pt x="938196" y="493692"/>
                </a:cubicBezTo>
                <a:cubicBezTo>
                  <a:pt x="938196" y="516473"/>
                  <a:pt x="956656" y="534932"/>
                  <a:pt x="979436" y="534932"/>
                </a:cubicBezTo>
                <a:cubicBezTo>
                  <a:pt x="1002086" y="534932"/>
                  <a:pt x="1020676" y="516473"/>
                  <a:pt x="1020676" y="493692"/>
                </a:cubicBezTo>
                <a:cubicBezTo>
                  <a:pt x="1020676" y="470912"/>
                  <a:pt x="1002216" y="452452"/>
                  <a:pt x="979436" y="452452"/>
                </a:cubicBezTo>
                <a:close/>
                <a:moveTo>
                  <a:pt x="2168326" y="426268"/>
                </a:moveTo>
                <a:cubicBezTo>
                  <a:pt x="2205508" y="426268"/>
                  <a:pt x="2235750" y="456380"/>
                  <a:pt x="2235750" y="493562"/>
                </a:cubicBezTo>
                <a:cubicBezTo>
                  <a:pt x="2235750" y="530743"/>
                  <a:pt x="2205508" y="560985"/>
                  <a:pt x="2168326" y="560985"/>
                </a:cubicBezTo>
                <a:cubicBezTo>
                  <a:pt x="2154448" y="560985"/>
                  <a:pt x="2141619" y="556796"/>
                  <a:pt x="2130883" y="549595"/>
                </a:cubicBezTo>
                <a:lnTo>
                  <a:pt x="1858437" y="822041"/>
                </a:lnTo>
                <a:lnTo>
                  <a:pt x="1858437" y="1138737"/>
                </a:lnTo>
                <a:lnTo>
                  <a:pt x="1832253" y="1138737"/>
                </a:lnTo>
                <a:lnTo>
                  <a:pt x="1832253" y="816673"/>
                </a:lnTo>
                <a:cubicBezTo>
                  <a:pt x="1832253" y="813138"/>
                  <a:pt x="1833562" y="809865"/>
                  <a:pt x="1836050" y="807377"/>
                </a:cubicBezTo>
                <a:lnTo>
                  <a:pt x="2112292" y="531135"/>
                </a:lnTo>
                <a:cubicBezTo>
                  <a:pt x="2105091" y="520400"/>
                  <a:pt x="2100902" y="507570"/>
                  <a:pt x="2100902" y="493692"/>
                </a:cubicBezTo>
                <a:cubicBezTo>
                  <a:pt x="2100902" y="456511"/>
                  <a:pt x="2131145" y="426268"/>
                  <a:pt x="2168326" y="426268"/>
                </a:cubicBezTo>
                <a:close/>
                <a:moveTo>
                  <a:pt x="979305" y="426268"/>
                </a:moveTo>
                <a:cubicBezTo>
                  <a:pt x="1016487" y="426268"/>
                  <a:pt x="1046729" y="456511"/>
                  <a:pt x="1046729" y="493692"/>
                </a:cubicBezTo>
                <a:cubicBezTo>
                  <a:pt x="1046729" y="507570"/>
                  <a:pt x="1042540" y="520400"/>
                  <a:pt x="1035339" y="531135"/>
                </a:cubicBezTo>
                <a:lnTo>
                  <a:pt x="1311582" y="807377"/>
                </a:lnTo>
                <a:cubicBezTo>
                  <a:pt x="1314069" y="809865"/>
                  <a:pt x="1315510" y="813138"/>
                  <a:pt x="1315378" y="816673"/>
                </a:cubicBezTo>
                <a:lnTo>
                  <a:pt x="1315378" y="1138737"/>
                </a:lnTo>
                <a:lnTo>
                  <a:pt x="1289194" y="1138737"/>
                </a:lnTo>
                <a:lnTo>
                  <a:pt x="1289194" y="822172"/>
                </a:lnTo>
                <a:lnTo>
                  <a:pt x="1016748" y="549726"/>
                </a:lnTo>
                <a:cubicBezTo>
                  <a:pt x="1006013" y="556927"/>
                  <a:pt x="993183" y="561116"/>
                  <a:pt x="979305" y="561116"/>
                </a:cubicBezTo>
                <a:cubicBezTo>
                  <a:pt x="942124" y="561116"/>
                  <a:pt x="911881" y="530873"/>
                  <a:pt x="911881" y="493692"/>
                </a:cubicBezTo>
                <a:cubicBezTo>
                  <a:pt x="911881" y="456511"/>
                  <a:pt x="942124" y="426268"/>
                  <a:pt x="979305" y="426268"/>
                </a:cubicBezTo>
                <a:close/>
                <a:moveTo>
                  <a:pt x="1845344" y="188778"/>
                </a:moveTo>
                <a:cubicBezTo>
                  <a:pt x="1822564" y="188778"/>
                  <a:pt x="1804104" y="207238"/>
                  <a:pt x="1804104" y="230018"/>
                </a:cubicBezTo>
                <a:cubicBezTo>
                  <a:pt x="1804104" y="252799"/>
                  <a:pt x="1822564" y="271389"/>
                  <a:pt x="1845344" y="271258"/>
                </a:cubicBezTo>
                <a:cubicBezTo>
                  <a:pt x="1868125" y="271258"/>
                  <a:pt x="1886585" y="252799"/>
                  <a:pt x="1886585" y="230018"/>
                </a:cubicBezTo>
                <a:cubicBezTo>
                  <a:pt x="1886585" y="207238"/>
                  <a:pt x="1868125" y="188778"/>
                  <a:pt x="1845344" y="188778"/>
                </a:cubicBezTo>
                <a:close/>
                <a:moveTo>
                  <a:pt x="1302417" y="188778"/>
                </a:moveTo>
                <a:cubicBezTo>
                  <a:pt x="1279637" y="188778"/>
                  <a:pt x="1261177" y="207238"/>
                  <a:pt x="1261177" y="230018"/>
                </a:cubicBezTo>
                <a:cubicBezTo>
                  <a:pt x="1261177" y="252799"/>
                  <a:pt x="1279637" y="271258"/>
                  <a:pt x="1302417" y="271258"/>
                </a:cubicBezTo>
                <a:cubicBezTo>
                  <a:pt x="1325198" y="271258"/>
                  <a:pt x="1343657" y="252799"/>
                  <a:pt x="1343657" y="230018"/>
                </a:cubicBezTo>
                <a:cubicBezTo>
                  <a:pt x="1343657" y="207238"/>
                  <a:pt x="1325198" y="188778"/>
                  <a:pt x="1302417" y="188778"/>
                </a:cubicBezTo>
                <a:close/>
                <a:moveTo>
                  <a:pt x="1845344" y="162594"/>
                </a:moveTo>
                <a:cubicBezTo>
                  <a:pt x="1882526" y="162594"/>
                  <a:pt x="1912768" y="192837"/>
                  <a:pt x="1912768" y="230018"/>
                </a:cubicBezTo>
                <a:cubicBezTo>
                  <a:pt x="1912768" y="262748"/>
                  <a:pt x="1889334" y="289980"/>
                  <a:pt x="1858437" y="296133"/>
                </a:cubicBezTo>
                <a:lnTo>
                  <a:pt x="1858437" y="509796"/>
                </a:lnTo>
                <a:cubicBezTo>
                  <a:pt x="1889334" y="515949"/>
                  <a:pt x="1912768" y="543312"/>
                  <a:pt x="1912768" y="575911"/>
                </a:cubicBezTo>
                <a:cubicBezTo>
                  <a:pt x="1912768" y="613093"/>
                  <a:pt x="1882526" y="643335"/>
                  <a:pt x="1845344" y="643335"/>
                </a:cubicBezTo>
                <a:cubicBezTo>
                  <a:pt x="1808163" y="643335"/>
                  <a:pt x="1777920" y="613093"/>
                  <a:pt x="1777920" y="575911"/>
                </a:cubicBezTo>
                <a:cubicBezTo>
                  <a:pt x="1777920" y="543180"/>
                  <a:pt x="1801355" y="515949"/>
                  <a:pt x="1832253" y="509796"/>
                </a:cubicBezTo>
                <a:lnTo>
                  <a:pt x="1832253" y="296133"/>
                </a:lnTo>
                <a:cubicBezTo>
                  <a:pt x="1801355" y="289980"/>
                  <a:pt x="1777920" y="262748"/>
                  <a:pt x="1777920" y="230018"/>
                </a:cubicBezTo>
                <a:cubicBezTo>
                  <a:pt x="1777920" y="192837"/>
                  <a:pt x="1808163" y="162594"/>
                  <a:pt x="1845344" y="162594"/>
                </a:cubicBezTo>
                <a:close/>
                <a:moveTo>
                  <a:pt x="1302417" y="162594"/>
                </a:moveTo>
                <a:cubicBezTo>
                  <a:pt x="1339599" y="162594"/>
                  <a:pt x="1369841" y="192836"/>
                  <a:pt x="1369841" y="230018"/>
                </a:cubicBezTo>
                <a:cubicBezTo>
                  <a:pt x="1369841" y="262748"/>
                  <a:pt x="1346406" y="289980"/>
                  <a:pt x="1315510" y="296133"/>
                </a:cubicBezTo>
                <a:lnTo>
                  <a:pt x="1315510" y="509796"/>
                </a:lnTo>
                <a:cubicBezTo>
                  <a:pt x="1346406" y="515949"/>
                  <a:pt x="1369841" y="543312"/>
                  <a:pt x="1369841" y="575911"/>
                </a:cubicBezTo>
                <a:cubicBezTo>
                  <a:pt x="1369841" y="613093"/>
                  <a:pt x="1339599" y="643335"/>
                  <a:pt x="1302417" y="643335"/>
                </a:cubicBezTo>
                <a:cubicBezTo>
                  <a:pt x="1265236" y="643335"/>
                  <a:pt x="1234993" y="613093"/>
                  <a:pt x="1234993" y="575911"/>
                </a:cubicBezTo>
                <a:cubicBezTo>
                  <a:pt x="1234993" y="543180"/>
                  <a:pt x="1258428" y="515949"/>
                  <a:pt x="1289326" y="509796"/>
                </a:cubicBezTo>
                <a:lnTo>
                  <a:pt x="1289326" y="296133"/>
                </a:lnTo>
                <a:cubicBezTo>
                  <a:pt x="1258428" y="289980"/>
                  <a:pt x="1234993" y="262748"/>
                  <a:pt x="1234993" y="230018"/>
                </a:cubicBezTo>
                <a:cubicBezTo>
                  <a:pt x="1234993" y="192836"/>
                  <a:pt x="1265236" y="162594"/>
                  <a:pt x="1302417" y="162594"/>
                </a:cubicBezTo>
                <a:close/>
                <a:moveTo>
                  <a:pt x="1878288" y="138"/>
                </a:moveTo>
                <a:cubicBezTo>
                  <a:pt x="1922522" y="-206"/>
                  <a:pt x="1965661" y="10726"/>
                  <a:pt x="2002057" y="32982"/>
                </a:cubicBezTo>
                <a:cubicBezTo>
                  <a:pt x="2070266" y="74615"/>
                  <a:pt x="2107578" y="151335"/>
                  <a:pt x="2108364" y="250180"/>
                </a:cubicBezTo>
                <a:cubicBezTo>
                  <a:pt x="2225407" y="212475"/>
                  <a:pt x="2332500" y="225305"/>
                  <a:pt x="2404506" y="286314"/>
                </a:cubicBezTo>
                <a:cubicBezTo>
                  <a:pt x="2470882" y="342479"/>
                  <a:pt x="2500078" y="434516"/>
                  <a:pt x="2485807" y="540824"/>
                </a:cubicBezTo>
                <a:cubicBezTo>
                  <a:pt x="2580856" y="516865"/>
                  <a:pt x="2664907" y="549334"/>
                  <a:pt x="2716752" y="594763"/>
                </a:cubicBezTo>
                <a:cubicBezTo>
                  <a:pt x="2786532" y="656165"/>
                  <a:pt x="2830521" y="767578"/>
                  <a:pt x="2779200" y="884490"/>
                </a:cubicBezTo>
                <a:cubicBezTo>
                  <a:pt x="2882758" y="881086"/>
                  <a:pt x="2971785" y="911460"/>
                  <a:pt x="3037899" y="973255"/>
                </a:cubicBezTo>
                <a:cubicBezTo>
                  <a:pt x="3107811" y="1038453"/>
                  <a:pt x="3148789" y="1135857"/>
                  <a:pt x="3147742" y="1233655"/>
                </a:cubicBezTo>
                <a:cubicBezTo>
                  <a:pt x="3146433" y="1353840"/>
                  <a:pt x="3092362" y="1470883"/>
                  <a:pt x="3008835" y="1536998"/>
                </a:cubicBezTo>
                <a:cubicBezTo>
                  <a:pt x="3096945" y="1629690"/>
                  <a:pt x="3122212" y="1763098"/>
                  <a:pt x="3072855" y="1880926"/>
                </a:cubicBezTo>
                <a:cubicBezTo>
                  <a:pt x="3046016" y="1945078"/>
                  <a:pt x="3000456" y="1994042"/>
                  <a:pt x="2944291" y="2022976"/>
                </a:cubicBezTo>
                <a:cubicBezTo>
                  <a:pt x="3031746" y="2083068"/>
                  <a:pt x="3072986" y="2173010"/>
                  <a:pt x="3055311" y="2268713"/>
                </a:cubicBezTo>
                <a:cubicBezTo>
                  <a:pt x="3037506" y="2365071"/>
                  <a:pt x="2965501" y="2440219"/>
                  <a:pt x="2873595" y="2460773"/>
                </a:cubicBezTo>
                <a:cubicBezTo>
                  <a:pt x="2905801" y="2537755"/>
                  <a:pt x="2897945" y="2627959"/>
                  <a:pt x="2852123" y="2694859"/>
                </a:cubicBezTo>
                <a:cubicBezTo>
                  <a:pt x="2801980" y="2768044"/>
                  <a:pt x="2724214" y="2799596"/>
                  <a:pt x="2645138" y="2799596"/>
                </a:cubicBezTo>
                <a:cubicBezTo>
                  <a:pt x="2624321" y="2799596"/>
                  <a:pt x="2603505" y="2797240"/>
                  <a:pt x="2582951" y="2793050"/>
                </a:cubicBezTo>
                <a:cubicBezTo>
                  <a:pt x="2593555" y="2892942"/>
                  <a:pt x="2551660" y="2983408"/>
                  <a:pt x="2470752" y="3032504"/>
                </a:cubicBezTo>
                <a:cubicBezTo>
                  <a:pt x="2378453" y="3088537"/>
                  <a:pt x="2257482" y="3077802"/>
                  <a:pt x="2149997" y="3005403"/>
                </a:cubicBezTo>
                <a:cubicBezTo>
                  <a:pt x="2145414" y="3093906"/>
                  <a:pt x="2104829" y="3164995"/>
                  <a:pt x="2033870" y="3207544"/>
                </a:cubicBezTo>
                <a:cubicBezTo>
                  <a:pt x="1989881" y="3233990"/>
                  <a:pt x="1936596" y="3247213"/>
                  <a:pt x="1883180" y="3247213"/>
                </a:cubicBezTo>
                <a:cubicBezTo>
                  <a:pt x="1831859" y="3247213"/>
                  <a:pt x="1780539" y="3235038"/>
                  <a:pt x="1737335" y="3210555"/>
                </a:cubicBezTo>
                <a:cubicBezTo>
                  <a:pt x="1667161" y="3170756"/>
                  <a:pt x="1628409" y="3105820"/>
                  <a:pt x="1628409" y="3027791"/>
                </a:cubicBezTo>
                <a:lnTo>
                  <a:pt x="1628409" y="1953456"/>
                </a:lnTo>
                <a:lnTo>
                  <a:pt x="1654593" y="1953456"/>
                </a:lnTo>
                <a:lnTo>
                  <a:pt x="1654593" y="3027791"/>
                </a:lnTo>
                <a:cubicBezTo>
                  <a:pt x="1654593" y="3096000"/>
                  <a:pt x="1688632" y="3152820"/>
                  <a:pt x="1750295" y="3187775"/>
                </a:cubicBezTo>
                <a:cubicBezTo>
                  <a:pt x="1830812" y="3233336"/>
                  <a:pt x="1941833" y="3232288"/>
                  <a:pt x="2020385" y="3185157"/>
                </a:cubicBezTo>
                <a:cubicBezTo>
                  <a:pt x="2069349" y="3155831"/>
                  <a:pt x="2127086" y="3096524"/>
                  <a:pt x="2124205" y="2980659"/>
                </a:cubicBezTo>
                <a:cubicBezTo>
                  <a:pt x="2124074" y="2975553"/>
                  <a:pt x="2126824" y="2970971"/>
                  <a:pt x="2131275" y="2968615"/>
                </a:cubicBezTo>
                <a:cubicBezTo>
                  <a:pt x="2135726" y="2966258"/>
                  <a:pt x="2141094" y="2966781"/>
                  <a:pt x="2145152" y="2969792"/>
                </a:cubicBezTo>
                <a:cubicBezTo>
                  <a:pt x="2248711" y="3048607"/>
                  <a:pt x="2368241" y="3064055"/>
                  <a:pt x="2457136" y="3010116"/>
                </a:cubicBezTo>
                <a:cubicBezTo>
                  <a:pt x="2531630" y="2964818"/>
                  <a:pt x="2568811" y="2879589"/>
                  <a:pt x="2555588" y="2786373"/>
                </a:cubicBezTo>
                <a:cubicBezTo>
                  <a:pt x="2526655" y="2777863"/>
                  <a:pt x="2499030" y="2765295"/>
                  <a:pt x="2473893" y="2749323"/>
                </a:cubicBezTo>
                <a:lnTo>
                  <a:pt x="2488033" y="2727197"/>
                </a:lnTo>
                <a:cubicBezTo>
                  <a:pt x="2594210" y="2794752"/>
                  <a:pt x="2751314" y="2795668"/>
                  <a:pt x="2830652" y="2679935"/>
                </a:cubicBezTo>
                <a:cubicBezTo>
                  <a:pt x="2874380" y="2616176"/>
                  <a:pt x="2879224" y="2528590"/>
                  <a:pt x="2843089" y="2456715"/>
                </a:cubicBezTo>
                <a:cubicBezTo>
                  <a:pt x="2841257" y="2452918"/>
                  <a:pt x="2841257" y="2448598"/>
                  <a:pt x="2843221" y="2444801"/>
                </a:cubicBezTo>
                <a:cubicBezTo>
                  <a:pt x="2845185" y="2441004"/>
                  <a:pt x="2848719" y="2438517"/>
                  <a:pt x="2852908" y="2437863"/>
                </a:cubicBezTo>
                <a:cubicBezTo>
                  <a:pt x="2940364" y="2425032"/>
                  <a:pt x="3013024" y="2353550"/>
                  <a:pt x="3029651" y="2263738"/>
                </a:cubicBezTo>
                <a:cubicBezTo>
                  <a:pt x="3046279" y="2173927"/>
                  <a:pt x="3003729" y="2089483"/>
                  <a:pt x="2915882" y="2035413"/>
                </a:cubicBezTo>
                <a:cubicBezTo>
                  <a:pt x="2886555" y="2046279"/>
                  <a:pt x="2855003" y="2052171"/>
                  <a:pt x="2822012" y="2052171"/>
                </a:cubicBezTo>
                <a:cubicBezTo>
                  <a:pt x="2819524" y="2052171"/>
                  <a:pt x="2816905" y="2052039"/>
                  <a:pt x="2814418" y="2052039"/>
                </a:cubicBezTo>
                <a:lnTo>
                  <a:pt x="2815073" y="2025855"/>
                </a:lnTo>
                <a:cubicBezTo>
                  <a:pt x="2851337" y="2026903"/>
                  <a:pt x="2885508" y="2020357"/>
                  <a:pt x="2916405" y="2007527"/>
                </a:cubicBezTo>
                <a:lnTo>
                  <a:pt x="2917322" y="2005825"/>
                </a:lnTo>
                <a:cubicBezTo>
                  <a:pt x="2917714" y="2006086"/>
                  <a:pt x="2918239" y="2006348"/>
                  <a:pt x="2918631" y="2006610"/>
                </a:cubicBezTo>
                <a:cubicBezTo>
                  <a:pt x="2975843" y="1981998"/>
                  <a:pt x="3021796" y="1935128"/>
                  <a:pt x="3048765" y="1870584"/>
                </a:cubicBezTo>
                <a:cubicBezTo>
                  <a:pt x="3095766" y="1758123"/>
                  <a:pt x="3068797" y="1630214"/>
                  <a:pt x="2979902" y="1544722"/>
                </a:cubicBezTo>
                <a:cubicBezTo>
                  <a:pt x="2977153" y="1541973"/>
                  <a:pt x="2975712" y="1538177"/>
                  <a:pt x="2975974" y="1534249"/>
                </a:cubicBezTo>
                <a:cubicBezTo>
                  <a:pt x="2976236" y="1530321"/>
                  <a:pt x="2978330" y="1526786"/>
                  <a:pt x="2981473" y="1524561"/>
                </a:cubicBezTo>
                <a:cubicBezTo>
                  <a:pt x="3065261" y="1465646"/>
                  <a:pt x="3120248" y="1351353"/>
                  <a:pt x="3121557" y="1233393"/>
                </a:cubicBezTo>
                <a:cubicBezTo>
                  <a:pt x="3122343" y="1163482"/>
                  <a:pt x="3096160" y="1063458"/>
                  <a:pt x="3020095" y="992368"/>
                </a:cubicBezTo>
                <a:cubicBezTo>
                  <a:pt x="2954765" y="931229"/>
                  <a:pt x="2864430" y="903474"/>
                  <a:pt x="2758908" y="911853"/>
                </a:cubicBezTo>
                <a:cubicBezTo>
                  <a:pt x="2754063" y="912115"/>
                  <a:pt x="2749481" y="910019"/>
                  <a:pt x="2746864" y="905961"/>
                </a:cubicBezTo>
                <a:cubicBezTo>
                  <a:pt x="2744245" y="901903"/>
                  <a:pt x="2743983" y="896796"/>
                  <a:pt x="2746209" y="892607"/>
                </a:cubicBezTo>
                <a:cubicBezTo>
                  <a:pt x="2805778" y="781062"/>
                  <a:pt x="2765584" y="672529"/>
                  <a:pt x="2699469" y="614401"/>
                </a:cubicBezTo>
                <a:cubicBezTo>
                  <a:pt x="2635712" y="558498"/>
                  <a:pt x="2516836" y="524720"/>
                  <a:pt x="2391806" y="614139"/>
                </a:cubicBezTo>
                <a:lnTo>
                  <a:pt x="2376620" y="592799"/>
                </a:lnTo>
                <a:cubicBezTo>
                  <a:pt x="2404113" y="573161"/>
                  <a:pt x="2431345" y="559021"/>
                  <a:pt x="2457921" y="549334"/>
                </a:cubicBezTo>
                <a:cubicBezTo>
                  <a:pt x="2474810" y="446953"/>
                  <a:pt x="2449411" y="358582"/>
                  <a:pt x="2387486" y="306214"/>
                </a:cubicBezTo>
                <a:cubicBezTo>
                  <a:pt x="2319277" y="248478"/>
                  <a:pt x="2214278" y="239183"/>
                  <a:pt x="2099461" y="280815"/>
                </a:cubicBezTo>
                <a:cubicBezTo>
                  <a:pt x="2095403" y="282387"/>
                  <a:pt x="2090820" y="281732"/>
                  <a:pt x="2087286" y="279114"/>
                </a:cubicBezTo>
                <a:cubicBezTo>
                  <a:pt x="2083751" y="276495"/>
                  <a:pt x="2081787" y="272305"/>
                  <a:pt x="2081918" y="267985"/>
                </a:cubicBezTo>
                <a:cubicBezTo>
                  <a:pt x="2086762" y="142301"/>
                  <a:pt x="2033740" y="82863"/>
                  <a:pt x="1988441" y="55239"/>
                </a:cubicBezTo>
                <a:cubicBezTo>
                  <a:pt x="1923635" y="15570"/>
                  <a:pt x="1834216" y="16618"/>
                  <a:pt x="1760769" y="57726"/>
                </a:cubicBezTo>
                <a:cubicBezTo>
                  <a:pt x="1693345" y="95431"/>
                  <a:pt x="1654724" y="159452"/>
                  <a:pt x="1654724" y="233422"/>
                </a:cubicBezTo>
                <a:lnTo>
                  <a:pt x="1654724" y="1138868"/>
                </a:lnTo>
                <a:lnTo>
                  <a:pt x="1628540" y="1138868"/>
                </a:lnTo>
                <a:lnTo>
                  <a:pt x="1628540" y="233553"/>
                </a:lnTo>
                <a:cubicBezTo>
                  <a:pt x="1628540" y="149895"/>
                  <a:pt x="1672006" y="77496"/>
                  <a:pt x="1747939" y="34946"/>
                </a:cubicBezTo>
                <a:cubicBezTo>
                  <a:pt x="1788722" y="12101"/>
                  <a:pt x="1834053" y="482"/>
                  <a:pt x="1878288" y="138"/>
                </a:cubicBezTo>
                <a:close/>
                <a:moveTo>
                  <a:pt x="1269474" y="7"/>
                </a:moveTo>
                <a:cubicBezTo>
                  <a:pt x="1313709" y="351"/>
                  <a:pt x="1359041" y="11970"/>
                  <a:pt x="1399822" y="34815"/>
                </a:cubicBezTo>
                <a:cubicBezTo>
                  <a:pt x="1475625" y="77365"/>
                  <a:pt x="1519221" y="149764"/>
                  <a:pt x="1519221" y="233422"/>
                </a:cubicBezTo>
                <a:lnTo>
                  <a:pt x="1519221" y="1138213"/>
                </a:lnTo>
                <a:lnTo>
                  <a:pt x="1493037" y="1138213"/>
                </a:lnTo>
                <a:lnTo>
                  <a:pt x="1493037" y="232898"/>
                </a:lnTo>
                <a:cubicBezTo>
                  <a:pt x="1493037" y="159059"/>
                  <a:pt x="1454416" y="95038"/>
                  <a:pt x="1386991" y="57203"/>
                </a:cubicBezTo>
                <a:cubicBezTo>
                  <a:pt x="1313545" y="15962"/>
                  <a:pt x="1224127" y="15047"/>
                  <a:pt x="1159321" y="54715"/>
                </a:cubicBezTo>
                <a:cubicBezTo>
                  <a:pt x="1114023" y="82340"/>
                  <a:pt x="1061131" y="141778"/>
                  <a:pt x="1065843" y="267461"/>
                </a:cubicBezTo>
                <a:cubicBezTo>
                  <a:pt x="1065975" y="271912"/>
                  <a:pt x="1064011" y="275971"/>
                  <a:pt x="1060476" y="278589"/>
                </a:cubicBezTo>
                <a:cubicBezTo>
                  <a:pt x="1056941" y="281077"/>
                  <a:pt x="1052359" y="281732"/>
                  <a:pt x="1048300" y="280291"/>
                </a:cubicBezTo>
                <a:cubicBezTo>
                  <a:pt x="933615" y="238659"/>
                  <a:pt x="828616" y="247954"/>
                  <a:pt x="760275" y="305690"/>
                </a:cubicBezTo>
                <a:cubicBezTo>
                  <a:pt x="698350" y="358058"/>
                  <a:pt x="672951" y="446430"/>
                  <a:pt x="689840" y="548809"/>
                </a:cubicBezTo>
                <a:cubicBezTo>
                  <a:pt x="716416" y="558498"/>
                  <a:pt x="743648" y="572637"/>
                  <a:pt x="771141" y="592275"/>
                </a:cubicBezTo>
                <a:lnTo>
                  <a:pt x="755955" y="613615"/>
                </a:lnTo>
                <a:cubicBezTo>
                  <a:pt x="630925" y="524196"/>
                  <a:pt x="512050" y="557843"/>
                  <a:pt x="448291" y="613877"/>
                </a:cubicBezTo>
                <a:cubicBezTo>
                  <a:pt x="382045" y="672006"/>
                  <a:pt x="341983" y="780539"/>
                  <a:pt x="401552" y="892083"/>
                </a:cubicBezTo>
                <a:cubicBezTo>
                  <a:pt x="403778" y="896273"/>
                  <a:pt x="403516" y="901378"/>
                  <a:pt x="400898" y="905437"/>
                </a:cubicBezTo>
                <a:cubicBezTo>
                  <a:pt x="398280" y="909496"/>
                  <a:pt x="393698" y="911590"/>
                  <a:pt x="388853" y="911328"/>
                </a:cubicBezTo>
                <a:cubicBezTo>
                  <a:pt x="283462" y="902819"/>
                  <a:pt x="192996" y="930705"/>
                  <a:pt x="127667" y="991845"/>
                </a:cubicBezTo>
                <a:cubicBezTo>
                  <a:pt x="51602" y="1062935"/>
                  <a:pt x="25418" y="1162957"/>
                  <a:pt x="26204" y="1232870"/>
                </a:cubicBezTo>
                <a:cubicBezTo>
                  <a:pt x="27513" y="1350828"/>
                  <a:pt x="82499" y="1465123"/>
                  <a:pt x="166288" y="1524037"/>
                </a:cubicBezTo>
                <a:cubicBezTo>
                  <a:pt x="169431" y="1526263"/>
                  <a:pt x="171525" y="1529797"/>
                  <a:pt x="171787" y="1533724"/>
                </a:cubicBezTo>
                <a:cubicBezTo>
                  <a:pt x="172180" y="1537652"/>
                  <a:pt x="170740" y="1541449"/>
                  <a:pt x="167860" y="1544198"/>
                </a:cubicBezTo>
                <a:cubicBezTo>
                  <a:pt x="78964" y="1629559"/>
                  <a:pt x="51864" y="1757599"/>
                  <a:pt x="98996" y="1870059"/>
                </a:cubicBezTo>
                <a:cubicBezTo>
                  <a:pt x="125965" y="1934603"/>
                  <a:pt x="171918" y="1981473"/>
                  <a:pt x="229130" y="2006086"/>
                </a:cubicBezTo>
                <a:cubicBezTo>
                  <a:pt x="229523" y="2005824"/>
                  <a:pt x="229916" y="2005563"/>
                  <a:pt x="230309" y="2005300"/>
                </a:cubicBezTo>
                <a:lnTo>
                  <a:pt x="231225" y="2006872"/>
                </a:lnTo>
                <a:cubicBezTo>
                  <a:pt x="262253" y="2019702"/>
                  <a:pt x="296424" y="2026247"/>
                  <a:pt x="332688" y="2025331"/>
                </a:cubicBezTo>
                <a:lnTo>
                  <a:pt x="333343" y="2051516"/>
                </a:lnTo>
                <a:cubicBezTo>
                  <a:pt x="330856" y="2051646"/>
                  <a:pt x="328237" y="2051646"/>
                  <a:pt x="325749" y="2051646"/>
                </a:cubicBezTo>
                <a:cubicBezTo>
                  <a:pt x="292758" y="2051646"/>
                  <a:pt x="261206" y="2045755"/>
                  <a:pt x="231879" y="2034888"/>
                </a:cubicBezTo>
                <a:cubicBezTo>
                  <a:pt x="143901" y="2088959"/>
                  <a:pt x="101483" y="2173402"/>
                  <a:pt x="118109" y="2263214"/>
                </a:cubicBezTo>
                <a:cubicBezTo>
                  <a:pt x="134737" y="2353025"/>
                  <a:pt x="207397" y="2424639"/>
                  <a:pt x="294852" y="2437338"/>
                </a:cubicBezTo>
                <a:cubicBezTo>
                  <a:pt x="298911" y="2437993"/>
                  <a:pt x="302576" y="2440611"/>
                  <a:pt x="304540" y="2444277"/>
                </a:cubicBezTo>
                <a:cubicBezTo>
                  <a:pt x="306504" y="2447942"/>
                  <a:pt x="306504" y="2452394"/>
                  <a:pt x="304672" y="2456191"/>
                </a:cubicBezTo>
                <a:cubicBezTo>
                  <a:pt x="268537" y="2528066"/>
                  <a:pt x="273381" y="2615652"/>
                  <a:pt x="317109" y="2679410"/>
                </a:cubicBezTo>
                <a:cubicBezTo>
                  <a:pt x="396316" y="2795144"/>
                  <a:pt x="553551" y="2794358"/>
                  <a:pt x="659597" y="2726673"/>
                </a:cubicBezTo>
                <a:lnTo>
                  <a:pt x="673736" y="2748798"/>
                </a:lnTo>
                <a:cubicBezTo>
                  <a:pt x="648731" y="2764770"/>
                  <a:pt x="620975" y="2777339"/>
                  <a:pt x="592042" y="2785849"/>
                </a:cubicBezTo>
                <a:cubicBezTo>
                  <a:pt x="578819" y="2879195"/>
                  <a:pt x="616001" y="2964293"/>
                  <a:pt x="690494" y="3009592"/>
                </a:cubicBezTo>
                <a:cubicBezTo>
                  <a:pt x="779258" y="3063531"/>
                  <a:pt x="898789" y="3048083"/>
                  <a:pt x="1002478" y="2969268"/>
                </a:cubicBezTo>
                <a:cubicBezTo>
                  <a:pt x="1006406" y="2966257"/>
                  <a:pt x="1011904" y="2965864"/>
                  <a:pt x="1016356" y="2968090"/>
                </a:cubicBezTo>
                <a:cubicBezTo>
                  <a:pt x="1020807" y="2970447"/>
                  <a:pt x="1023557" y="2975159"/>
                  <a:pt x="1023425" y="2980134"/>
                </a:cubicBezTo>
                <a:cubicBezTo>
                  <a:pt x="1020545" y="3095999"/>
                  <a:pt x="1078281" y="3155306"/>
                  <a:pt x="1127245" y="3184632"/>
                </a:cubicBezTo>
                <a:cubicBezTo>
                  <a:pt x="1205798" y="3231764"/>
                  <a:pt x="1316818" y="3232811"/>
                  <a:pt x="1397335" y="3187250"/>
                </a:cubicBezTo>
                <a:cubicBezTo>
                  <a:pt x="1458998" y="3152295"/>
                  <a:pt x="1493037" y="3095476"/>
                  <a:pt x="1493037" y="3027266"/>
                </a:cubicBezTo>
                <a:lnTo>
                  <a:pt x="1493037" y="1952933"/>
                </a:lnTo>
                <a:lnTo>
                  <a:pt x="1519221" y="1952933"/>
                </a:lnTo>
                <a:lnTo>
                  <a:pt x="1519221" y="3027266"/>
                </a:lnTo>
                <a:cubicBezTo>
                  <a:pt x="1519221" y="3105295"/>
                  <a:pt x="1480600" y="3170231"/>
                  <a:pt x="1410296" y="3210031"/>
                </a:cubicBezTo>
                <a:cubicBezTo>
                  <a:pt x="1366961" y="3234513"/>
                  <a:pt x="1315640" y="3246689"/>
                  <a:pt x="1264450" y="3246689"/>
                </a:cubicBezTo>
                <a:cubicBezTo>
                  <a:pt x="1211034" y="3246689"/>
                  <a:pt x="1157750" y="3233466"/>
                  <a:pt x="1113760" y="3207020"/>
                </a:cubicBezTo>
                <a:cubicBezTo>
                  <a:pt x="1042933" y="3164470"/>
                  <a:pt x="1002216" y="3093250"/>
                  <a:pt x="997634" y="3004879"/>
                </a:cubicBezTo>
                <a:cubicBezTo>
                  <a:pt x="890148" y="3077278"/>
                  <a:pt x="769177" y="3088013"/>
                  <a:pt x="676879" y="3031979"/>
                </a:cubicBezTo>
                <a:cubicBezTo>
                  <a:pt x="595969" y="2982884"/>
                  <a:pt x="554075" y="2892418"/>
                  <a:pt x="564680" y="2792656"/>
                </a:cubicBezTo>
                <a:cubicBezTo>
                  <a:pt x="544125" y="2796846"/>
                  <a:pt x="523309" y="2799202"/>
                  <a:pt x="502493" y="2799202"/>
                </a:cubicBezTo>
                <a:cubicBezTo>
                  <a:pt x="423285" y="2799202"/>
                  <a:pt x="345649" y="2767651"/>
                  <a:pt x="295507" y="2694466"/>
                </a:cubicBezTo>
                <a:cubicBezTo>
                  <a:pt x="249554" y="2627565"/>
                  <a:pt x="241830" y="2537492"/>
                  <a:pt x="274036" y="2460380"/>
                </a:cubicBezTo>
                <a:cubicBezTo>
                  <a:pt x="182130" y="2439826"/>
                  <a:pt x="110123" y="2364677"/>
                  <a:pt x="92318" y="2268319"/>
                </a:cubicBezTo>
                <a:cubicBezTo>
                  <a:pt x="74644" y="2172486"/>
                  <a:pt x="116015" y="2082675"/>
                  <a:pt x="203339" y="2022582"/>
                </a:cubicBezTo>
                <a:cubicBezTo>
                  <a:pt x="147174" y="1993779"/>
                  <a:pt x="101614" y="1944684"/>
                  <a:pt x="74775" y="1880533"/>
                </a:cubicBezTo>
                <a:cubicBezTo>
                  <a:pt x="25418" y="1762705"/>
                  <a:pt x="50816" y="1629428"/>
                  <a:pt x="138795" y="1536605"/>
                </a:cubicBezTo>
                <a:cubicBezTo>
                  <a:pt x="55399" y="1470752"/>
                  <a:pt x="1328" y="1353709"/>
                  <a:pt x="19" y="1233524"/>
                </a:cubicBezTo>
                <a:cubicBezTo>
                  <a:pt x="-1028" y="1135726"/>
                  <a:pt x="39950" y="1038452"/>
                  <a:pt x="109862" y="973123"/>
                </a:cubicBezTo>
                <a:cubicBezTo>
                  <a:pt x="176108" y="911328"/>
                  <a:pt x="265133" y="880824"/>
                  <a:pt x="368561" y="884359"/>
                </a:cubicBezTo>
                <a:cubicBezTo>
                  <a:pt x="317240" y="767446"/>
                  <a:pt x="361098" y="656034"/>
                  <a:pt x="431010" y="594632"/>
                </a:cubicBezTo>
                <a:cubicBezTo>
                  <a:pt x="482723" y="549203"/>
                  <a:pt x="566905" y="516734"/>
                  <a:pt x="661954" y="540693"/>
                </a:cubicBezTo>
                <a:cubicBezTo>
                  <a:pt x="647684" y="434385"/>
                  <a:pt x="676748" y="342478"/>
                  <a:pt x="743256" y="286182"/>
                </a:cubicBezTo>
                <a:cubicBezTo>
                  <a:pt x="815261" y="225304"/>
                  <a:pt x="922486" y="212474"/>
                  <a:pt x="1039397" y="250049"/>
                </a:cubicBezTo>
                <a:cubicBezTo>
                  <a:pt x="1040184" y="151204"/>
                  <a:pt x="1077496" y="74484"/>
                  <a:pt x="1145705" y="32851"/>
                </a:cubicBezTo>
                <a:cubicBezTo>
                  <a:pt x="1182101" y="10595"/>
                  <a:pt x="1225240" y="-337"/>
                  <a:pt x="1269474" y="7"/>
                </a:cubicBezTo>
                <a:close/>
              </a:path>
            </a:pathLst>
          </a:custGeom>
          <a:gradFill>
            <a:gsLst>
              <a:gs pos="50000">
                <a:schemeClr val="accent3">
                  <a:lumMod val="60000"/>
                  <a:lumOff val="40000"/>
                </a:schemeClr>
              </a:gs>
              <a:gs pos="0">
                <a:schemeClr val="accent3">
                  <a:lumMod val="75000"/>
                </a:schemeClr>
              </a:gs>
              <a:gs pos="100000">
                <a:schemeClr val="accent3"/>
              </a:gs>
            </a:gsLst>
            <a:lin ang="18000016" scaled="1"/>
          </a:gradFill>
          <a:ln w="146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159B60E-5805-68FC-79D0-C7450A7034C9}"/>
              </a:ext>
            </a:extLst>
          </p:cNvPr>
          <p:cNvCxnSpPr>
            <a:cxnSpLocks/>
          </p:cNvCxnSpPr>
          <p:nvPr/>
        </p:nvCxnSpPr>
        <p:spPr>
          <a:xfrm flipH="1">
            <a:off x="6372827" y="3912541"/>
            <a:ext cx="0" cy="486602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AF021CA-BE65-F7A6-3227-174D6EA5EBC6}"/>
              </a:ext>
            </a:extLst>
          </p:cNvPr>
          <p:cNvCxnSpPr>
            <a:cxnSpLocks/>
          </p:cNvCxnSpPr>
          <p:nvPr/>
        </p:nvCxnSpPr>
        <p:spPr>
          <a:xfrm>
            <a:off x="6369571" y="4390435"/>
            <a:ext cx="934218" cy="911467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4231663-AA76-E977-C4BD-86D062FA6BCD}"/>
              </a:ext>
            </a:extLst>
          </p:cNvPr>
          <p:cNvCxnSpPr>
            <a:cxnSpLocks/>
          </p:cNvCxnSpPr>
          <p:nvPr/>
        </p:nvCxnSpPr>
        <p:spPr>
          <a:xfrm flipH="1">
            <a:off x="7294265" y="5295546"/>
            <a:ext cx="747216" cy="0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CD47E06-AC97-DABB-CEF3-9CE200AA482F}"/>
              </a:ext>
            </a:extLst>
          </p:cNvPr>
          <p:cNvCxnSpPr>
            <a:cxnSpLocks/>
          </p:cNvCxnSpPr>
          <p:nvPr/>
        </p:nvCxnSpPr>
        <p:spPr>
          <a:xfrm>
            <a:off x="5824383" y="3912541"/>
            <a:ext cx="0" cy="486602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11DE660-5F80-35F7-8BB7-F13302DF2BFB}"/>
              </a:ext>
            </a:extLst>
          </p:cNvPr>
          <p:cNvCxnSpPr>
            <a:cxnSpLocks/>
          </p:cNvCxnSpPr>
          <p:nvPr/>
        </p:nvCxnSpPr>
        <p:spPr>
          <a:xfrm flipH="1">
            <a:off x="4893421" y="4390435"/>
            <a:ext cx="934218" cy="911467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33EFCA2-830D-B30E-F2F9-E3039CA3B871}"/>
              </a:ext>
            </a:extLst>
          </p:cNvPr>
          <p:cNvCxnSpPr>
            <a:cxnSpLocks/>
          </p:cNvCxnSpPr>
          <p:nvPr/>
        </p:nvCxnSpPr>
        <p:spPr>
          <a:xfrm>
            <a:off x="4155729" y="5295546"/>
            <a:ext cx="747216" cy="0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BDC2163B-0B0B-B57F-F6E8-44967113FB2C}"/>
              </a:ext>
            </a:extLst>
          </p:cNvPr>
          <p:cNvSpPr/>
          <p:nvPr/>
        </p:nvSpPr>
        <p:spPr>
          <a:xfrm>
            <a:off x="5700589" y="3132247"/>
            <a:ext cx="792986" cy="792985"/>
          </a:xfrm>
          <a:custGeom>
            <a:avLst/>
            <a:gdLst>
              <a:gd name="connsiteX0" fmla="*/ 716652 w 887500"/>
              <a:gd name="connsiteY0" fmla="*/ 887500 h 887499"/>
              <a:gd name="connsiteX1" fmla="*/ 170848 w 887500"/>
              <a:gd name="connsiteY1" fmla="*/ 887500 h 887499"/>
              <a:gd name="connsiteX2" fmla="*/ 0 w 887500"/>
              <a:gd name="connsiteY2" fmla="*/ 716652 h 887499"/>
              <a:gd name="connsiteX3" fmla="*/ 0 w 887500"/>
              <a:gd name="connsiteY3" fmla="*/ 170848 h 887499"/>
              <a:gd name="connsiteX4" fmla="*/ 170848 w 887500"/>
              <a:gd name="connsiteY4" fmla="*/ 0 h 887499"/>
              <a:gd name="connsiteX5" fmla="*/ 716652 w 887500"/>
              <a:gd name="connsiteY5" fmla="*/ 0 h 887499"/>
              <a:gd name="connsiteX6" fmla="*/ 887500 w 887500"/>
              <a:gd name="connsiteY6" fmla="*/ 170848 h 887499"/>
              <a:gd name="connsiteX7" fmla="*/ 887500 w 887500"/>
              <a:gd name="connsiteY7" fmla="*/ 716652 h 887499"/>
              <a:gd name="connsiteX8" fmla="*/ 716652 w 887500"/>
              <a:gd name="connsiteY8" fmla="*/ 887500 h 887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7500" h="887499">
                <a:moveTo>
                  <a:pt x="716652" y="887500"/>
                </a:moveTo>
                <a:lnTo>
                  <a:pt x="170848" y="887500"/>
                </a:lnTo>
                <a:cubicBezTo>
                  <a:pt x="76486" y="887500"/>
                  <a:pt x="0" y="811014"/>
                  <a:pt x="0" y="716652"/>
                </a:cubicBezTo>
                <a:lnTo>
                  <a:pt x="0" y="170848"/>
                </a:lnTo>
                <a:cubicBezTo>
                  <a:pt x="0" y="76486"/>
                  <a:pt x="76486" y="0"/>
                  <a:pt x="170848" y="0"/>
                </a:cubicBezTo>
                <a:lnTo>
                  <a:pt x="716652" y="0"/>
                </a:lnTo>
                <a:cubicBezTo>
                  <a:pt x="811014" y="0"/>
                  <a:pt x="887500" y="76486"/>
                  <a:pt x="887500" y="170848"/>
                </a:cubicBezTo>
                <a:lnTo>
                  <a:pt x="887500" y="716652"/>
                </a:lnTo>
                <a:cubicBezTo>
                  <a:pt x="887500" y="811161"/>
                  <a:pt x="811014" y="887500"/>
                  <a:pt x="716652" y="887500"/>
                </a:cubicBezTo>
                <a:close/>
              </a:path>
            </a:pathLst>
          </a:custGeom>
          <a:noFill/>
          <a:ln w="29303" cap="flat">
            <a:gradFill>
              <a:gsLst>
                <a:gs pos="0">
                  <a:schemeClr val="accent3">
                    <a:lumMod val="75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accent3"/>
                </a:gs>
              </a:gsLst>
              <a:lin ang="17999996" scaled="1"/>
            </a:gra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2DC7712-E62F-C60B-B349-32318C1A56F7}"/>
              </a:ext>
            </a:extLst>
          </p:cNvPr>
          <p:cNvSpPr/>
          <p:nvPr/>
        </p:nvSpPr>
        <p:spPr>
          <a:xfrm>
            <a:off x="5786211" y="3217869"/>
            <a:ext cx="621741" cy="621742"/>
          </a:xfrm>
          <a:custGeom>
            <a:avLst/>
            <a:gdLst>
              <a:gd name="connsiteX0" fmla="*/ 0 w 695845"/>
              <a:gd name="connsiteY0" fmla="*/ 630642 h 695846"/>
              <a:gd name="connsiteX1" fmla="*/ 0 w 695845"/>
              <a:gd name="connsiteY1" fmla="*/ 65350 h 695846"/>
              <a:gd name="connsiteX2" fmla="*/ 65350 w 695845"/>
              <a:gd name="connsiteY2" fmla="*/ 0 h 695846"/>
              <a:gd name="connsiteX3" fmla="*/ 630496 w 695845"/>
              <a:gd name="connsiteY3" fmla="*/ 0 h 695846"/>
              <a:gd name="connsiteX4" fmla="*/ 695846 w 695845"/>
              <a:gd name="connsiteY4" fmla="*/ 65350 h 695846"/>
              <a:gd name="connsiteX5" fmla="*/ 695846 w 695845"/>
              <a:gd name="connsiteY5" fmla="*/ 630496 h 695846"/>
              <a:gd name="connsiteX6" fmla="*/ 630496 w 695845"/>
              <a:gd name="connsiteY6" fmla="*/ 695846 h 695846"/>
              <a:gd name="connsiteX7" fmla="*/ 65350 w 695845"/>
              <a:gd name="connsiteY7" fmla="*/ 695846 h 695846"/>
              <a:gd name="connsiteX8" fmla="*/ 0 w 695845"/>
              <a:gd name="connsiteY8" fmla="*/ 630642 h 69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5845" h="695846">
                <a:moveTo>
                  <a:pt x="0" y="630642"/>
                </a:moveTo>
                <a:lnTo>
                  <a:pt x="0" y="65350"/>
                </a:lnTo>
                <a:cubicBezTo>
                  <a:pt x="0" y="29305"/>
                  <a:pt x="29305" y="0"/>
                  <a:pt x="65350" y="0"/>
                </a:cubicBezTo>
                <a:lnTo>
                  <a:pt x="630496" y="0"/>
                </a:lnTo>
                <a:cubicBezTo>
                  <a:pt x="666541" y="0"/>
                  <a:pt x="695846" y="29305"/>
                  <a:pt x="695846" y="65350"/>
                </a:cubicBezTo>
                <a:lnTo>
                  <a:pt x="695846" y="630496"/>
                </a:lnTo>
                <a:cubicBezTo>
                  <a:pt x="695846" y="666541"/>
                  <a:pt x="666541" y="695846"/>
                  <a:pt x="630496" y="695846"/>
                </a:cubicBezTo>
                <a:lnTo>
                  <a:pt x="65350" y="695846"/>
                </a:lnTo>
                <a:cubicBezTo>
                  <a:pt x="29158" y="695992"/>
                  <a:pt x="0" y="666687"/>
                  <a:pt x="0" y="63064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0"/>
                </a:schemeClr>
              </a:gs>
              <a:gs pos="53000">
                <a:schemeClr val="accent3">
                  <a:lumMod val="75000"/>
                </a:schemeClr>
              </a:gs>
              <a:gs pos="100000">
                <a:schemeClr val="accent3"/>
              </a:gs>
            </a:gsLst>
            <a:lin ang="2700000" scaled="1"/>
            <a:tileRect/>
          </a:gradFill>
          <a:ln w="146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98167123-EDAB-58BC-B049-F88C971C9D7C}"/>
              </a:ext>
            </a:extLst>
          </p:cNvPr>
          <p:cNvSpPr/>
          <p:nvPr/>
        </p:nvSpPr>
        <p:spPr>
          <a:xfrm>
            <a:off x="5894090" y="3381389"/>
            <a:ext cx="405853" cy="294964"/>
          </a:xfrm>
          <a:custGeom>
            <a:avLst/>
            <a:gdLst>
              <a:gd name="connsiteX0" fmla="*/ 138319 w 454226"/>
              <a:gd name="connsiteY0" fmla="*/ 0 h 330120"/>
              <a:gd name="connsiteX1" fmla="*/ 0 w 454226"/>
              <a:gd name="connsiteY1" fmla="*/ 330120 h 330120"/>
              <a:gd name="connsiteX2" fmla="*/ 73849 w 454226"/>
              <a:gd name="connsiteY2" fmla="*/ 330120 h 330120"/>
              <a:gd name="connsiteX3" fmla="*/ 101542 w 454226"/>
              <a:gd name="connsiteY3" fmla="*/ 259349 h 330120"/>
              <a:gd name="connsiteX4" fmla="*/ 245868 w 454226"/>
              <a:gd name="connsiteY4" fmla="*/ 259349 h 330120"/>
              <a:gd name="connsiteX5" fmla="*/ 273562 w 454226"/>
              <a:gd name="connsiteY5" fmla="*/ 330120 h 330120"/>
              <a:gd name="connsiteX6" fmla="*/ 349168 w 454226"/>
              <a:gd name="connsiteY6" fmla="*/ 330120 h 330120"/>
              <a:gd name="connsiteX7" fmla="*/ 209530 w 454226"/>
              <a:gd name="connsiteY7" fmla="*/ 0 h 330120"/>
              <a:gd name="connsiteX8" fmla="*/ 138319 w 454226"/>
              <a:gd name="connsiteY8" fmla="*/ 0 h 330120"/>
              <a:gd name="connsiteX9" fmla="*/ 124400 w 454226"/>
              <a:gd name="connsiteY9" fmla="*/ 201325 h 330120"/>
              <a:gd name="connsiteX10" fmla="*/ 173778 w 454226"/>
              <a:gd name="connsiteY10" fmla="*/ 75460 h 330120"/>
              <a:gd name="connsiteX11" fmla="*/ 223157 w 454226"/>
              <a:gd name="connsiteY11" fmla="*/ 201325 h 330120"/>
              <a:gd name="connsiteX12" fmla="*/ 124400 w 454226"/>
              <a:gd name="connsiteY12" fmla="*/ 201325 h 330120"/>
              <a:gd name="connsiteX13" fmla="*/ 454227 w 454226"/>
              <a:gd name="connsiteY13" fmla="*/ 0 h 330120"/>
              <a:gd name="connsiteX14" fmla="*/ 454227 w 454226"/>
              <a:gd name="connsiteY14" fmla="*/ 330120 h 330120"/>
              <a:gd name="connsiteX15" fmla="*/ 381697 w 454226"/>
              <a:gd name="connsiteY15" fmla="*/ 330120 h 330120"/>
              <a:gd name="connsiteX16" fmla="*/ 381697 w 454226"/>
              <a:gd name="connsiteY16" fmla="*/ 0 h 330120"/>
              <a:gd name="connsiteX17" fmla="*/ 454227 w 454226"/>
              <a:gd name="connsiteY17" fmla="*/ 0 h 33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54226" h="330120">
                <a:moveTo>
                  <a:pt x="138319" y="0"/>
                </a:moveTo>
                <a:lnTo>
                  <a:pt x="0" y="330120"/>
                </a:lnTo>
                <a:lnTo>
                  <a:pt x="73849" y="330120"/>
                </a:lnTo>
                <a:lnTo>
                  <a:pt x="101542" y="259349"/>
                </a:lnTo>
                <a:lnTo>
                  <a:pt x="245868" y="259349"/>
                </a:lnTo>
                <a:lnTo>
                  <a:pt x="273562" y="330120"/>
                </a:lnTo>
                <a:lnTo>
                  <a:pt x="349168" y="330120"/>
                </a:lnTo>
                <a:lnTo>
                  <a:pt x="209530" y="0"/>
                </a:lnTo>
                <a:lnTo>
                  <a:pt x="138319" y="0"/>
                </a:lnTo>
                <a:close/>
                <a:moveTo>
                  <a:pt x="124400" y="201325"/>
                </a:moveTo>
                <a:lnTo>
                  <a:pt x="173778" y="75460"/>
                </a:lnTo>
                <a:lnTo>
                  <a:pt x="223157" y="201325"/>
                </a:lnTo>
                <a:lnTo>
                  <a:pt x="124400" y="201325"/>
                </a:lnTo>
                <a:close/>
                <a:moveTo>
                  <a:pt x="454227" y="0"/>
                </a:moveTo>
                <a:lnTo>
                  <a:pt x="454227" y="330120"/>
                </a:lnTo>
                <a:lnTo>
                  <a:pt x="381697" y="330120"/>
                </a:lnTo>
                <a:lnTo>
                  <a:pt x="381697" y="0"/>
                </a:lnTo>
                <a:lnTo>
                  <a:pt x="454227" y="0"/>
                </a:lnTo>
                <a:close/>
              </a:path>
            </a:pathLst>
          </a:custGeom>
          <a:solidFill>
            <a:schemeClr val="bg1"/>
          </a:solidFill>
          <a:ln w="14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05E9027-4DFD-1B8E-0479-09B419D0A236}"/>
              </a:ext>
            </a:extLst>
          </p:cNvPr>
          <p:cNvCxnSpPr>
            <a:cxnSpLocks/>
          </p:cNvCxnSpPr>
          <p:nvPr/>
        </p:nvCxnSpPr>
        <p:spPr>
          <a:xfrm flipV="1">
            <a:off x="7000875" y="1943892"/>
            <a:ext cx="1045369" cy="1053849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3B8333B-054C-8D87-FBCF-91088C385A61}"/>
              </a:ext>
            </a:extLst>
          </p:cNvPr>
          <p:cNvCxnSpPr>
            <a:cxnSpLocks/>
          </p:cNvCxnSpPr>
          <p:nvPr/>
        </p:nvCxnSpPr>
        <p:spPr>
          <a:xfrm flipH="1" flipV="1">
            <a:off x="4153348" y="1943892"/>
            <a:ext cx="1045369" cy="1053849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Picture 138" descr="A purple octopus with black background&#10;&#10;AI-generated content may be incorrect.">
            <a:extLst>
              <a:ext uri="{FF2B5EF4-FFF2-40B4-BE49-F238E27FC236}">
                <a16:creationId xmlns:a16="http://schemas.microsoft.com/office/drawing/2014/main" id="{FF610EE1-DC5E-533B-DCE4-146D0FDAB4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85" t="5543" r="34123" b="33085"/>
          <a:stretch/>
        </p:blipFill>
        <p:spPr>
          <a:xfrm>
            <a:off x="1098107" y="4824396"/>
            <a:ext cx="267039" cy="265225"/>
          </a:xfrm>
          <a:prstGeom prst="rect">
            <a:avLst/>
          </a:prstGeom>
        </p:spPr>
      </p:pic>
      <p:pic>
        <p:nvPicPr>
          <p:cNvPr id="141" name="Picture 140" descr="A white letter with black background&#10;&#10;AI-generated content may be incorrect.">
            <a:extLst>
              <a:ext uri="{FF2B5EF4-FFF2-40B4-BE49-F238E27FC236}">
                <a16:creationId xmlns:a16="http://schemas.microsoft.com/office/drawing/2014/main" id="{E55142E3-523D-B7A1-FE42-2D96B4CA48F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463" y="4818509"/>
            <a:ext cx="284789" cy="276999"/>
          </a:xfrm>
          <a:prstGeom prst="rect">
            <a:avLst/>
          </a:prstGeom>
        </p:spPr>
      </p:pic>
      <p:pic>
        <p:nvPicPr>
          <p:cNvPr id="143" name="Picture 142" descr="A blue square with a black background&#10;&#10;AI-generated content may be incorrect.">
            <a:extLst>
              <a:ext uri="{FF2B5EF4-FFF2-40B4-BE49-F238E27FC236}">
                <a16:creationId xmlns:a16="http://schemas.microsoft.com/office/drawing/2014/main" id="{7795075D-723B-F14E-4698-A89E83D6CC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47" y="5501692"/>
            <a:ext cx="278358" cy="278358"/>
          </a:xfrm>
          <a:prstGeom prst="rect">
            <a:avLst/>
          </a:prstGeom>
        </p:spPr>
      </p:pic>
      <p:pic>
        <p:nvPicPr>
          <p:cNvPr id="147" name="Graphic 146">
            <a:extLst>
              <a:ext uri="{FF2B5EF4-FFF2-40B4-BE49-F238E27FC236}">
                <a16:creationId xmlns:a16="http://schemas.microsoft.com/office/drawing/2014/main" id="{C90C4BB8-8D1C-9810-96B4-E6DA5925518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20671" y="5470685"/>
            <a:ext cx="340372" cy="340372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686CB106-4782-816A-00CF-5D5008F90AA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53182" y="4794451"/>
            <a:ext cx="331750" cy="325115"/>
          </a:xfrm>
          <a:prstGeom prst="rect">
            <a:avLst/>
          </a:prstGeom>
        </p:spPr>
      </p:pic>
      <p:pic>
        <p:nvPicPr>
          <p:cNvPr id="151" name="Picture 150" descr="A white symbol with a square in center&#10;&#10;AI-generated content may be incorrect.">
            <a:extLst>
              <a:ext uri="{FF2B5EF4-FFF2-40B4-BE49-F238E27FC236}">
                <a16:creationId xmlns:a16="http://schemas.microsoft.com/office/drawing/2014/main" id="{039B4A2E-7078-DBC2-7DD0-CB9DE6F4D58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795" y="4808515"/>
            <a:ext cx="296987" cy="296987"/>
          </a:xfrm>
          <a:prstGeom prst="rect">
            <a:avLst/>
          </a:prstGeom>
        </p:spPr>
      </p:pic>
      <p:grpSp>
        <p:nvGrpSpPr>
          <p:cNvPr id="155" name="Graphic 152">
            <a:extLst>
              <a:ext uri="{FF2B5EF4-FFF2-40B4-BE49-F238E27FC236}">
                <a16:creationId xmlns:a16="http://schemas.microsoft.com/office/drawing/2014/main" id="{5CB4A8D4-BB1E-6639-A416-6C03E7D30B03}"/>
              </a:ext>
            </a:extLst>
          </p:cNvPr>
          <p:cNvGrpSpPr/>
          <p:nvPr/>
        </p:nvGrpSpPr>
        <p:grpSpPr>
          <a:xfrm>
            <a:off x="8502930" y="5490021"/>
            <a:ext cx="232254" cy="301700"/>
            <a:chOff x="8519528" y="6148122"/>
            <a:chExt cx="299757" cy="389388"/>
          </a:xfrm>
        </p:grpSpPr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CD0BA4FB-6504-C2DB-E0AF-12916657C04B}"/>
                </a:ext>
              </a:extLst>
            </p:cNvPr>
            <p:cNvSpPr/>
            <p:nvPr/>
          </p:nvSpPr>
          <p:spPr>
            <a:xfrm>
              <a:off x="8519528" y="6234655"/>
              <a:ext cx="299757" cy="302855"/>
            </a:xfrm>
            <a:custGeom>
              <a:avLst/>
              <a:gdLst>
                <a:gd name="connsiteX0" fmla="*/ 299757 w 299757"/>
                <a:gd name="connsiteY0" fmla="*/ 0 h 302855"/>
                <a:gd name="connsiteX1" fmla="*/ 149921 w 299757"/>
                <a:gd name="connsiteY1" fmla="*/ 86533 h 302855"/>
                <a:gd name="connsiteX2" fmla="*/ 0 w 299757"/>
                <a:gd name="connsiteY2" fmla="*/ 0 h 302855"/>
                <a:gd name="connsiteX3" fmla="*/ 0 w 299757"/>
                <a:gd name="connsiteY3" fmla="*/ 173066 h 302855"/>
                <a:gd name="connsiteX4" fmla="*/ 74960 w 299757"/>
                <a:gd name="connsiteY4" fmla="*/ 216301 h 302855"/>
                <a:gd name="connsiteX5" fmla="*/ 74960 w 299757"/>
                <a:gd name="connsiteY5" fmla="*/ 302856 h 302855"/>
                <a:gd name="connsiteX6" fmla="*/ 299757 w 299757"/>
                <a:gd name="connsiteY6" fmla="*/ 173066 h 302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757" h="302855">
                  <a:moveTo>
                    <a:pt x="299757" y="0"/>
                  </a:moveTo>
                  <a:lnTo>
                    <a:pt x="149921" y="86533"/>
                  </a:lnTo>
                  <a:lnTo>
                    <a:pt x="0" y="0"/>
                  </a:lnTo>
                  <a:lnTo>
                    <a:pt x="0" y="173066"/>
                  </a:lnTo>
                  <a:lnTo>
                    <a:pt x="74960" y="216301"/>
                  </a:lnTo>
                  <a:lnTo>
                    <a:pt x="74960" y="302856"/>
                  </a:lnTo>
                  <a:lnTo>
                    <a:pt x="299757" y="173066"/>
                  </a:lnTo>
                  <a:close/>
                </a:path>
              </a:pathLst>
            </a:custGeom>
            <a:solidFill>
              <a:srgbClr val="EF6C00"/>
            </a:solidFill>
            <a:ln w="2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57" name="Graphic 152">
              <a:extLst>
                <a:ext uri="{FF2B5EF4-FFF2-40B4-BE49-F238E27FC236}">
                  <a16:creationId xmlns:a16="http://schemas.microsoft.com/office/drawing/2014/main" id="{746C99D9-51D7-F550-0209-4EF734B82EF0}"/>
                </a:ext>
              </a:extLst>
            </p:cNvPr>
            <p:cNvGrpSpPr/>
            <p:nvPr/>
          </p:nvGrpSpPr>
          <p:grpSpPr>
            <a:xfrm>
              <a:off x="8519528" y="6148122"/>
              <a:ext cx="299757" cy="174141"/>
              <a:chOff x="8519528" y="6148122"/>
              <a:chExt cx="299757" cy="174141"/>
            </a:xfrm>
            <a:solidFill>
              <a:srgbClr val="FF9800"/>
            </a:solidFill>
          </p:grpSpPr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FA91AC49-7CDF-0536-9DDC-55A52C0FEF8F}"/>
                  </a:ext>
                </a:extLst>
              </p:cNvPr>
              <p:cNvSpPr/>
              <p:nvPr/>
            </p:nvSpPr>
            <p:spPr>
              <a:xfrm>
                <a:off x="8519528" y="6148122"/>
                <a:ext cx="299757" cy="173066"/>
              </a:xfrm>
              <a:custGeom>
                <a:avLst/>
                <a:gdLst>
                  <a:gd name="connsiteX0" fmla="*/ 149921 w 299757"/>
                  <a:gd name="connsiteY0" fmla="*/ 173066 h 173066"/>
                  <a:gd name="connsiteX1" fmla="*/ 0 w 299757"/>
                  <a:gd name="connsiteY1" fmla="*/ 86533 h 173066"/>
                  <a:gd name="connsiteX2" fmla="*/ 149921 w 299757"/>
                  <a:gd name="connsiteY2" fmla="*/ 0 h 173066"/>
                  <a:gd name="connsiteX3" fmla="*/ 299757 w 299757"/>
                  <a:gd name="connsiteY3" fmla="*/ 86533 h 173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757" h="173066">
                    <a:moveTo>
                      <a:pt x="149921" y="173066"/>
                    </a:moveTo>
                    <a:lnTo>
                      <a:pt x="0" y="86533"/>
                    </a:lnTo>
                    <a:lnTo>
                      <a:pt x="149921" y="0"/>
                    </a:lnTo>
                    <a:lnTo>
                      <a:pt x="299757" y="86533"/>
                    </a:lnTo>
                    <a:close/>
                  </a:path>
                </a:pathLst>
              </a:custGeom>
              <a:solidFill>
                <a:srgbClr val="FF9800"/>
              </a:solidFill>
              <a:ln w="2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15AD8781-9848-215F-8B89-FD83224B6031}"/>
                  </a:ext>
                </a:extLst>
              </p:cNvPr>
              <p:cNvSpPr/>
              <p:nvPr/>
            </p:nvSpPr>
            <p:spPr>
              <a:xfrm>
                <a:off x="8519528" y="6232568"/>
                <a:ext cx="299757" cy="88620"/>
              </a:xfrm>
              <a:custGeom>
                <a:avLst/>
                <a:gdLst>
                  <a:gd name="connsiteX0" fmla="*/ 147265 w 299757"/>
                  <a:gd name="connsiteY0" fmla="*/ 85985 h 88620"/>
                  <a:gd name="connsiteX1" fmla="*/ 949 w 299757"/>
                  <a:gd name="connsiteY1" fmla="*/ 1518 h 88620"/>
                  <a:gd name="connsiteX2" fmla="*/ 0 w 299757"/>
                  <a:gd name="connsiteY2" fmla="*/ 2087 h 88620"/>
                  <a:gd name="connsiteX3" fmla="*/ 149921 w 299757"/>
                  <a:gd name="connsiteY3" fmla="*/ 88620 h 88620"/>
                  <a:gd name="connsiteX4" fmla="*/ 299757 w 299757"/>
                  <a:gd name="connsiteY4" fmla="*/ 2087 h 88620"/>
                  <a:gd name="connsiteX5" fmla="*/ 296237 w 299757"/>
                  <a:gd name="connsiteY5" fmla="*/ 0 h 88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757" h="88620">
                    <a:moveTo>
                      <a:pt x="147265" y="85985"/>
                    </a:moveTo>
                    <a:lnTo>
                      <a:pt x="949" y="1518"/>
                    </a:lnTo>
                    <a:lnTo>
                      <a:pt x="0" y="2087"/>
                    </a:lnTo>
                    <a:lnTo>
                      <a:pt x="149921" y="88620"/>
                    </a:lnTo>
                    <a:lnTo>
                      <a:pt x="299757" y="2087"/>
                    </a:lnTo>
                    <a:lnTo>
                      <a:pt x="296237" y="0"/>
                    </a:lnTo>
                    <a:close/>
                  </a:path>
                </a:pathLst>
              </a:custGeom>
              <a:solidFill>
                <a:srgbClr val="FF9800"/>
              </a:solidFill>
              <a:ln w="2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9CF99A79-9270-9040-18AA-E3F2E695C5B2}"/>
                  </a:ext>
                </a:extLst>
              </p:cNvPr>
              <p:cNvSpPr/>
              <p:nvPr/>
            </p:nvSpPr>
            <p:spPr>
              <a:xfrm>
                <a:off x="8519528" y="6235161"/>
                <a:ext cx="149920" cy="87102"/>
              </a:xfrm>
              <a:custGeom>
                <a:avLst/>
                <a:gdLst>
                  <a:gd name="connsiteX0" fmla="*/ 149921 w 149920"/>
                  <a:gd name="connsiteY0" fmla="*/ 87102 h 87102"/>
                  <a:gd name="connsiteX1" fmla="*/ 149921 w 149920"/>
                  <a:gd name="connsiteY1" fmla="*/ 86027 h 87102"/>
                  <a:gd name="connsiteX2" fmla="*/ 949 w 149920"/>
                  <a:gd name="connsiteY2" fmla="*/ 0 h 87102"/>
                  <a:gd name="connsiteX3" fmla="*/ 0 w 149920"/>
                  <a:gd name="connsiteY3" fmla="*/ 569 h 8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920" h="87102">
                    <a:moveTo>
                      <a:pt x="149921" y="87102"/>
                    </a:moveTo>
                    <a:lnTo>
                      <a:pt x="149921" y="86027"/>
                    </a:lnTo>
                    <a:lnTo>
                      <a:pt x="949" y="0"/>
                    </a:lnTo>
                    <a:lnTo>
                      <a:pt x="0" y="569"/>
                    </a:lnTo>
                    <a:close/>
                  </a:path>
                </a:pathLst>
              </a:custGeom>
              <a:solidFill>
                <a:srgbClr val="FF9800"/>
              </a:solidFill>
              <a:ln w="2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pic>
        <p:nvPicPr>
          <p:cNvPr id="163" name="Graphic 162">
            <a:extLst>
              <a:ext uri="{FF2B5EF4-FFF2-40B4-BE49-F238E27FC236}">
                <a16:creationId xmlns:a16="http://schemas.microsoft.com/office/drawing/2014/main" id="{3126A02A-A375-7B11-9339-AEED851DE47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132825" y="5495408"/>
            <a:ext cx="290927" cy="2909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71193E-BBC0-BD2E-4DF7-3A78EAB3C690}"/>
              </a:ext>
            </a:extLst>
          </p:cNvPr>
          <p:cNvSpPr txBox="1"/>
          <p:nvPr/>
        </p:nvSpPr>
        <p:spPr>
          <a:xfrm>
            <a:off x="3790075" y="455060"/>
            <a:ext cx="4611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0" i="0" u="none" strike="noStrike" dirty="0">
                <a:solidFill>
                  <a:schemeClr val="bg1"/>
                </a:solidFill>
                <a:effectLst/>
                <a:latin typeface="+mj-lt"/>
              </a:rPr>
              <a:t>AI Tools We Use</a:t>
            </a:r>
            <a:endParaRPr lang="en-IN" sz="4000" b="0" i="0" u="none" strike="noStrike" dirty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3F17A0-AC03-9DF1-09BD-9EA12EED3BA1}"/>
              </a:ext>
            </a:extLst>
          </p:cNvPr>
          <p:cNvSpPr txBox="1"/>
          <p:nvPr/>
        </p:nvSpPr>
        <p:spPr>
          <a:xfrm>
            <a:off x="5106787" y="1104824"/>
            <a:ext cx="1978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b="0" i="0" u="none" strike="noStrike" dirty="0">
                <a:solidFill>
                  <a:schemeClr val="bg1">
                    <a:lumMod val="75000"/>
                  </a:schemeClr>
                </a:solidFill>
                <a:effectLst/>
              </a:rPr>
              <a:t>PowerPoint Template</a:t>
            </a: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96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chemeClr val="tx2">
                <a:lumMod val="10000"/>
                <a:lumOff val="90000"/>
              </a:schemeClr>
            </a:gs>
            <a:gs pos="0">
              <a:srgbClr val="6B1D00"/>
            </a:gs>
            <a:gs pos="0">
              <a:schemeClr val="accent2">
                <a:lumMod val="20000"/>
                <a:lumOff val="80000"/>
              </a:schemeClr>
            </a:gs>
            <a:gs pos="100000">
              <a:schemeClr val="bg1">
                <a:lumMod val="9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3DD742-CB6A-37F6-8225-3039ED3B2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FC5DAAF-C786-F35B-2A9A-E8BE71CA4677}"/>
              </a:ext>
            </a:extLst>
          </p:cNvPr>
          <p:cNvCxnSpPr>
            <a:cxnSpLocks/>
          </p:cNvCxnSpPr>
          <p:nvPr/>
        </p:nvCxnSpPr>
        <p:spPr>
          <a:xfrm>
            <a:off x="6369571" y="2995426"/>
            <a:ext cx="640828" cy="0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3EF1D7A-E13D-29EA-F64A-FFF54DA7F24B}"/>
              </a:ext>
            </a:extLst>
          </p:cNvPr>
          <p:cNvCxnSpPr>
            <a:cxnSpLocks/>
          </p:cNvCxnSpPr>
          <p:nvPr/>
        </p:nvCxnSpPr>
        <p:spPr>
          <a:xfrm flipH="1">
            <a:off x="5189193" y="2995426"/>
            <a:ext cx="635190" cy="0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: Diagonal Corners Snipped 114">
            <a:extLst>
              <a:ext uri="{FF2B5EF4-FFF2-40B4-BE49-F238E27FC236}">
                <a16:creationId xmlns:a16="http://schemas.microsoft.com/office/drawing/2014/main" id="{0BE0D36B-412A-E59B-01F0-B9D4814CE0A9}"/>
              </a:ext>
            </a:extLst>
          </p:cNvPr>
          <p:cNvSpPr/>
          <p:nvPr/>
        </p:nvSpPr>
        <p:spPr>
          <a:xfrm>
            <a:off x="658813" y="1511300"/>
            <a:ext cx="3496916" cy="2156743"/>
          </a:xfrm>
          <a:prstGeom prst="snip2DiagRect">
            <a:avLst>
              <a:gd name="adj1" fmla="val 0"/>
              <a:gd name="adj2" fmla="val 8816"/>
            </a:avLst>
          </a:prstGeom>
          <a:solidFill>
            <a:schemeClr val="accent3">
              <a:lumMod val="40000"/>
              <a:lumOff val="60000"/>
              <a:alpha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C134E8B-EF81-C772-1B83-6E64D0F51279}"/>
              </a:ext>
            </a:extLst>
          </p:cNvPr>
          <p:cNvSpPr txBox="1"/>
          <p:nvPr/>
        </p:nvSpPr>
        <p:spPr>
          <a:xfrm>
            <a:off x="882222" y="1689079"/>
            <a:ext cx="209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Content Creation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198B0A-1181-8726-35C6-A4DF15C0B2AB}"/>
              </a:ext>
            </a:extLst>
          </p:cNvPr>
          <p:cNvSpPr/>
          <p:nvPr/>
        </p:nvSpPr>
        <p:spPr>
          <a:xfrm>
            <a:off x="995686" y="2201036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9616FDC-DE99-5C14-8C6F-A62629B19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6788" y="2292138"/>
            <a:ext cx="289676" cy="2896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3A0D4D-8D70-216E-260A-854771F31500}"/>
              </a:ext>
            </a:extLst>
          </p:cNvPr>
          <p:cNvSpPr txBox="1"/>
          <p:nvPr/>
        </p:nvSpPr>
        <p:spPr>
          <a:xfrm>
            <a:off x="1467565" y="2298477"/>
            <a:ext cx="934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ChatGPT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ABA54B-C206-C7A9-2891-50C458D3786B}"/>
              </a:ext>
            </a:extLst>
          </p:cNvPr>
          <p:cNvSpPr/>
          <p:nvPr/>
        </p:nvSpPr>
        <p:spPr>
          <a:xfrm>
            <a:off x="2654917" y="2201036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 descr="A colorful circle with a black mouth&#10;&#10;AI-generated content may be incorrect.">
            <a:extLst>
              <a:ext uri="{FF2B5EF4-FFF2-40B4-BE49-F238E27FC236}">
                <a16:creationId xmlns:a16="http://schemas.microsoft.com/office/drawing/2014/main" id="{0480AAE0-A29C-9763-505C-E7128F97BB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994" y="2270113"/>
            <a:ext cx="333727" cy="33372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989411D-51E8-C58F-273D-47AFE983F5BE}"/>
              </a:ext>
            </a:extLst>
          </p:cNvPr>
          <p:cNvSpPr txBox="1"/>
          <p:nvPr/>
        </p:nvSpPr>
        <p:spPr>
          <a:xfrm>
            <a:off x="3126796" y="2283088"/>
            <a:ext cx="774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Jasper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8C9CCB-F490-D23D-0F4A-E293885B3BB9}"/>
              </a:ext>
            </a:extLst>
          </p:cNvPr>
          <p:cNvSpPr/>
          <p:nvPr/>
        </p:nvSpPr>
        <p:spPr>
          <a:xfrm>
            <a:off x="995686" y="2884899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73C86F-C088-F0FE-A39A-059DE872A954}"/>
              </a:ext>
            </a:extLst>
          </p:cNvPr>
          <p:cNvSpPr txBox="1"/>
          <p:nvPr/>
        </p:nvSpPr>
        <p:spPr>
          <a:xfrm>
            <a:off x="1467565" y="2966951"/>
            <a:ext cx="965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Grammarly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98DC040-5831-DB1E-6BD5-566B2BA931B6}"/>
              </a:ext>
            </a:extLst>
          </p:cNvPr>
          <p:cNvSpPr/>
          <p:nvPr/>
        </p:nvSpPr>
        <p:spPr>
          <a:xfrm>
            <a:off x="2654917" y="2884899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7F09CA-1384-14FA-DE35-AA82FA1CB8C8}"/>
              </a:ext>
            </a:extLst>
          </p:cNvPr>
          <p:cNvSpPr txBox="1"/>
          <p:nvPr/>
        </p:nvSpPr>
        <p:spPr>
          <a:xfrm>
            <a:off x="3126796" y="2966951"/>
            <a:ext cx="900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Shortly AI</a:t>
            </a:r>
          </a:p>
        </p:txBody>
      </p:sp>
      <p:pic>
        <p:nvPicPr>
          <p:cNvPr id="27" name="Picture 26" descr="A white arrow in a green circle&#10;&#10;AI-generated content may be incorrect.">
            <a:extLst>
              <a:ext uri="{FF2B5EF4-FFF2-40B4-BE49-F238E27FC236}">
                <a16:creationId xmlns:a16="http://schemas.microsoft.com/office/drawing/2014/main" id="{81125EAB-D8BD-DFA6-2693-AC930E46AA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3" y="2986486"/>
            <a:ext cx="268706" cy="268706"/>
          </a:xfrm>
          <a:prstGeom prst="rect">
            <a:avLst/>
          </a:prstGeom>
        </p:spPr>
      </p:pic>
      <p:sp>
        <p:nvSpPr>
          <p:cNvPr id="50" name="Rectangle: Diagonal Corners Snipped 49">
            <a:extLst>
              <a:ext uri="{FF2B5EF4-FFF2-40B4-BE49-F238E27FC236}">
                <a16:creationId xmlns:a16="http://schemas.microsoft.com/office/drawing/2014/main" id="{6AA3534C-CC81-8C88-81D1-E48D2D311F66}"/>
              </a:ext>
            </a:extLst>
          </p:cNvPr>
          <p:cNvSpPr/>
          <p:nvPr/>
        </p:nvSpPr>
        <p:spPr>
          <a:xfrm flipH="1">
            <a:off x="8046244" y="1511300"/>
            <a:ext cx="3496916" cy="2156743"/>
          </a:xfrm>
          <a:prstGeom prst="snip2DiagRect">
            <a:avLst>
              <a:gd name="adj1" fmla="val 0"/>
              <a:gd name="adj2" fmla="val 8816"/>
            </a:avLst>
          </a:prstGeom>
          <a:solidFill>
            <a:schemeClr val="accent3">
              <a:lumMod val="40000"/>
              <a:lumOff val="60000"/>
              <a:alpha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0130A8-071E-5EF9-D696-9B18577C88B9}"/>
              </a:ext>
            </a:extLst>
          </p:cNvPr>
          <p:cNvSpPr txBox="1"/>
          <p:nvPr/>
        </p:nvSpPr>
        <p:spPr>
          <a:xfrm>
            <a:off x="8269653" y="1689079"/>
            <a:ext cx="2092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Design &amp; Visuals	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9203591-1D63-045A-3039-61234FBF4051}"/>
              </a:ext>
            </a:extLst>
          </p:cNvPr>
          <p:cNvSpPr/>
          <p:nvPr/>
        </p:nvSpPr>
        <p:spPr>
          <a:xfrm>
            <a:off x="8383117" y="2201036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BF1B82-4345-AE41-124A-996EBCBB78F4}"/>
              </a:ext>
            </a:extLst>
          </p:cNvPr>
          <p:cNvSpPr txBox="1"/>
          <p:nvPr/>
        </p:nvSpPr>
        <p:spPr>
          <a:xfrm>
            <a:off x="8854996" y="2298477"/>
            <a:ext cx="1003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Midjourney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D88FE18-5F8D-908A-4A17-C283DC2A107F}"/>
              </a:ext>
            </a:extLst>
          </p:cNvPr>
          <p:cNvSpPr/>
          <p:nvPr/>
        </p:nvSpPr>
        <p:spPr>
          <a:xfrm>
            <a:off x="10042348" y="2201036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698C56-BC58-1BF0-154C-099D6E26EEC0}"/>
              </a:ext>
            </a:extLst>
          </p:cNvPr>
          <p:cNvSpPr txBox="1"/>
          <p:nvPr/>
        </p:nvSpPr>
        <p:spPr>
          <a:xfrm>
            <a:off x="10514227" y="2283088"/>
            <a:ext cx="625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Canva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A3DC72C-1D9B-9B7D-54FB-D5D251270F90}"/>
              </a:ext>
            </a:extLst>
          </p:cNvPr>
          <p:cNvSpPr/>
          <p:nvPr/>
        </p:nvSpPr>
        <p:spPr>
          <a:xfrm>
            <a:off x="8383117" y="2884899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020D31-A71E-FD5C-3307-FFC9EA1BFCA1}"/>
              </a:ext>
            </a:extLst>
          </p:cNvPr>
          <p:cNvSpPr txBox="1"/>
          <p:nvPr/>
        </p:nvSpPr>
        <p:spPr>
          <a:xfrm>
            <a:off x="8854997" y="2966951"/>
            <a:ext cx="1127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Adobe Firefly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0899F17-34B4-76C3-E6B4-8E3CC419B083}"/>
              </a:ext>
            </a:extLst>
          </p:cNvPr>
          <p:cNvSpPr/>
          <p:nvPr/>
        </p:nvSpPr>
        <p:spPr>
          <a:xfrm>
            <a:off x="10042348" y="2884899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D07E45-7F56-8B6D-4F4F-9B83C2CAA21B}"/>
              </a:ext>
            </a:extLst>
          </p:cNvPr>
          <p:cNvSpPr txBox="1"/>
          <p:nvPr/>
        </p:nvSpPr>
        <p:spPr>
          <a:xfrm>
            <a:off x="10514227" y="2966951"/>
            <a:ext cx="625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Figma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59722947-2689-B1C5-47BA-072B21679A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2435" y="2220354"/>
            <a:ext cx="433245" cy="433245"/>
          </a:xfrm>
          <a:prstGeom prst="rect">
            <a:avLst/>
          </a:prstGeom>
        </p:spPr>
      </p:pic>
      <p:pic>
        <p:nvPicPr>
          <p:cNvPr id="74" name="Picture 73" descr="A blue and white circle with a letter&#10;&#10;AI-generated content may be incorrect.">
            <a:extLst>
              <a:ext uri="{FF2B5EF4-FFF2-40B4-BE49-F238E27FC236}">
                <a16:creationId xmlns:a16="http://schemas.microsoft.com/office/drawing/2014/main" id="{6DCDC6D8-FC6D-A97F-F41B-1F090A4EAB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425" y="2307372"/>
            <a:ext cx="259727" cy="259208"/>
          </a:xfrm>
          <a:prstGeom prst="rect">
            <a:avLst/>
          </a:prstGeom>
        </p:spPr>
      </p:pic>
      <p:grpSp>
        <p:nvGrpSpPr>
          <p:cNvPr id="79" name="Graphic 75">
            <a:extLst>
              <a:ext uri="{FF2B5EF4-FFF2-40B4-BE49-F238E27FC236}">
                <a16:creationId xmlns:a16="http://schemas.microsoft.com/office/drawing/2014/main" id="{0490353A-F6AF-621D-B00F-DE214D76DFD2}"/>
              </a:ext>
            </a:extLst>
          </p:cNvPr>
          <p:cNvGrpSpPr/>
          <p:nvPr/>
        </p:nvGrpSpPr>
        <p:grpSpPr>
          <a:xfrm>
            <a:off x="8515313" y="3001646"/>
            <a:ext cx="207488" cy="238386"/>
            <a:chOff x="8107180" y="2974631"/>
            <a:chExt cx="243177" cy="279390"/>
          </a:xfrm>
          <a:solidFill>
            <a:schemeClr val="tx1">
              <a:lumMod val="85000"/>
              <a:lumOff val="15000"/>
            </a:schemeClr>
          </a:solidFill>
        </p:grpSpPr>
        <p:grpSp>
          <p:nvGrpSpPr>
            <p:cNvPr id="83" name="Graphic 75">
              <a:extLst>
                <a:ext uri="{FF2B5EF4-FFF2-40B4-BE49-F238E27FC236}">
                  <a16:creationId xmlns:a16="http://schemas.microsoft.com/office/drawing/2014/main" id="{8197895A-75E8-645D-7527-B38D0BFC1497}"/>
                </a:ext>
              </a:extLst>
            </p:cNvPr>
            <p:cNvGrpSpPr/>
            <p:nvPr/>
          </p:nvGrpSpPr>
          <p:grpSpPr>
            <a:xfrm>
              <a:off x="8107180" y="3023136"/>
              <a:ext cx="224789" cy="230885"/>
              <a:chOff x="8107180" y="3023136"/>
              <a:chExt cx="224789" cy="230885"/>
            </a:xfrm>
            <a:grpFill/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06EEEBBC-CCDE-8F7D-B6FB-74F0AC99F10B}"/>
                  </a:ext>
                </a:extLst>
              </p:cNvPr>
              <p:cNvSpPr/>
              <p:nvPr/>
            </p:nvSpPr>
            <p:spPr>
              <a:xfrm>
                <a:off x="8107180" y="3023136"/>
                <a:ext cx="149523" cy="230885"/>
              </a:xfrm>
              <a:custGeom>
                <a:avLst/>
                <a:gdLst>
                  <a:gd name="connsiteX0" fmla="*/ 48958 w 149523"/>
                  <a:gd name="connsiteY0" fmla="*/ 227838 h 230885"/>
                  <a:gd name="connsiteX1" fmla="*/ 45910 w 149523"/>
                  <a:gd name="connsiteY1" fmla="*/ 230886 h 230885"/>
                  <a:gd name="connsiteX2" fmla="*/ 2381 w 149523"/>
                  <a:gd name="connsiteY2" fmla="*/ 230886 h 230885"/>
                  <a:gd name="connsiteX3" fmla="*/ 0 w 149523"/>
                  <a:gd name="connsiteY3" fmla="*/ 227838 h 230885"/>
                  <a:gd name="connsiteX4" fmla="*/ 0 w 149523"/>
                  <a:gd name="connsiteY4" fmla="*/ 2762 h 230885"/>
                  <a:gd name="connsiteX5" fmla="*/ 2667 w 149523"/>
                  <a:gd name="connsiteY5" fmla="*/ 0 h 230885"/>
                  <a:gd name="connsiteX6" fmla="*/ 142208 w 149523"/>
                  <a:gd name="connsiteY6" fmla="*/ 0 h 230885"/>
                  <a:gd name="connsiteX7" fmla="*/ 145542 w 149523"/>
                  <a:gd name="connsiteY7" fmla="*/ 2953 h 230885"/>
                  <a:gd name="connsiteX8" fmla="*/ 149447 w 149523"/>
                  <a:gd name="connsiteY8" fmla="*/ 40958 h 230885"/>
                  <a:gd name="connsiteX9" fmla="*/ 146494 w 149523"/>
                  <a:gd name="connsiteY9" fmla="*/ 44006 h 230885"/>
                  <a:gd name="connsiteX10" fmla="*/ 48958 w 149523"/>
                  <a:gd name="connsiteY10" fmla="*/ 44006 h 230885"/>
                  <a:gd name="connsiteX11" fmla="*/ 48958 w 149523"/>
                  <a:gd name="connsiteY11" fmla="*/ 97536 h 230885"/>
                  <a:gd name="connsiteX12" fmla="*/ 136874 w 149523"/>
                  <a:gd name="connsiteY12" fmla="*/ 97536 h 230885"/>
                  <a:gd name="connsiteX13" fmla="*/ 139827 w 149523"/>
                  <a:gd name="connsiteY13" fmla="*/ 100298 h 230885"/>
                  <a:gd name="connsiteX14" fmla="*/ 139827 w 149523"/>
                  <a:gd name="connsiteY14" fmla="*/ 138779 h 230885"/>
                  <a:gd name="connsiteX15" fmla="*/ 137065 w 149523"/>
                  <a:gd name="connsiteY15" fmla="*/ 141542 h 230885"/>
                  <a:gd name="connsiteX16" fmla="*/ 48958 w 149523"/>
                  <a:gd name="connsiteY16" fmla="*/ 141542 h 230885"/>
                  <a:gd name="connsiteX17" fmla="*/ 48958 w 149523"/>
                  <a:gd name="connsiteY17" fmla="*/ 227838 h 230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9523" h="230885">
                    <a:moveTo>
                      <a:pt x="48958" y="227838"/>
                    </a:moveTo>
                    <a:cubicBezTo>
                      <a:pt x="48958" y="229934"/>
                      <a:pt x="48006" y="230886"/>
                      <a:pt x="45910" y="230886"/>
                    </a:cubicBezTo>
                    <a:lnTo>
                      <a:pt x="2381" y="230886"/>
                    </a:lnTo>
                    <a:cubicBezTo>
                      <a:pt x="667" y="230886"/>
                      <a:pt x="0" y="229648"/>
                      <a:pt x="0" y="227838"/>
                    </a:cubicBezTo>
                    <a:lnTo>
                      <a:pt x="0" y="2762"/>
                    </a:lnTo>
                    <a:cubicBezTo>
                      <a:pt x="0" y="762"/>
                      <a:pt x="667" y="0"/>
                      <a:pt x="2667" y="0"/>
                    </a:cubicBezTo>
                    <a:lnTo>
                      <a:pt x="142208" y="0"/>
                    </a:lnTo>
                    <a:cubicBezTo>
                      <a:pt x="144590" y="0"/>
                      <a:pt x="145161" y="667"/>
                      <a:pt x="145542" y="2953"/>
                    </a:cubicBezTo>
                    <a:lnTo>
                      <a:pt x="149447" y="40958"/>
                    </a:lnTo>
                    <a:cubicBezTo>
                      <a:pt x="149828" y="43053"/>
                      <a:pt x="148780" y="44006"/>
                      <a:pt x="146494" y="44006"/>
                    </a:cubicBezTo>
                    <a:lnTo>
                      <a:pt x="48958" y="44006"/>
                    </a:lnTo>
                    <a:lnTo>
                      <a:pt x="48958" y="97536"/>
                    </a:lnTo>
                    <a:lnTo>
                      <a:pt x="136874" y="97536"/>
                    </a:lnTo>
                    <a:cubicBezTo>
                      <a:pt x="138875" y="97536"/>
                      <a:pt x="139827" y="98203"/>
                      <a:pt x="139827" y="100298"/>
                    </a:cubicBezTo>
                    <a:lnTo>
                      <a:pt x="139827" y="138779"/>
                    </a:lnTo>
                    <a:cubicBezTo>
                      <a:pt x="139827" y="140875"/>
                      <a:pt x="138779" y="141542"/>
                      <a:pt x="137065" y="141542"/>
                    </a:cubicBezTo>
                    <a:lnTo>
                      <a:pt x="48958" y="141542"/>
                    </a:lnTo>
                    <a:lnTo>
                      <a:pt x="48958" y="2278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AA82820-9624-9950-EFF4-41A714FB4790}"/>
                  </a:ext>
                </a:extLst>
              </p:cNvPr>
              <p:cNvSpPr/>
              <p:nvPr/>
            </p:nvSpPr>
            <p:spPr>
              <a:xfrm>
                <a:off x="8282726" y="3078857"/>
                <a:ext cx="49244" cy="175069"/>
              </a:xfrm>
              <a:custGeom>
                <a:avLst/>
                <a:gdLst>
                  <a:gd name="connsiteX0" fmla="*/ 0 w 49244"/>
                  <a:gd name="connsiteY0" fmla="*/ 2953 h 175069"/>
                  <a:gd name="connsiteX1" fmla="*/ 2953 w 49244"/>
                  <a:gd name="connsiteY1" fmla="*/ 0 h 175069"/>
                  <a:gd name="connsiteX2" fmla="*/ 46292 w 49244"/>
                  <a:gd name="connsiteY2" fmla="*/ 0 h 175069"/>
                  <a:gd name="connsiteX3" fmla="*/ 49244 w 49244"/>
                  <a:gd name="connsiteY3" fmla="*/ 2857 h 175069"/>
                  <a:gd name="connsiteX4" fmla="*/ 49244 w 49244"/>
                  <a:gd name="connsiteY4" fmla="*/ 171831 h 175069"/>
                  <a:gd name="connsiteX5" fmla="*/ 46006 w 49244"/>
                  <a:gd name="connsiteY5" fmla="*/ 175070 h 175069"/>
                  <a:gd name="connsiteX6" fmla="*/ 3524 w 49244"/>
                  <a:gd name="connsiteY6" fmla="*/ 175070 h 175069"/>
                  <a:gd name="connsiteX7" fmla="*/ 0 w 49244"/>
                  <a:gd name="connsiteY7" fmla="*/ 171736 h 175069"/>
                  <a:gd name="connsiteX8" fmla="*/ 0 w 49244"/>
                  <a:gd name="connsiteY8" fmla="*/ 2857 h 175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244" h="175069">
                    <a:moveTo>
                      <a:pt x="0" y="2953"/>
                    </a:moveTo>
                    <a:cubicBezTo>
                      <a:pt x="0" y="953"/>
                      <a:pt x="952" y="0"/>
                      <a:pt x="2953" y="0"/>
                    </a:cubicBezTo>
                    <a:lnTo>
                      <a:pt x="46292" y="0"/>
                    </a:lnTo>
                    <a:cubicBezTo>
                      <a:pt x="48577" y="0"/>
                      <a:pt x="49244" y="571"/>
                      <a:pt x="49244" y="2857"/>
                    </a:cubicBezTo>
                    <a:lnTo>
                      <a:pt x="49244" y="171831"/>
                    </a:lnTo>
                    <a:cubicBezTo>
                      <a:pt x="49244" y="174117"/>
                      <a:pt x="48577" y="175070"/>
                      <a:pt x="46006" y="175070"/>
                    </a:cubicBezTo>
                    <a:lnTo>
                      <a:pt x="3524" y="175070"/>
                    </a:lnTo>
                    <a:cubicBezTo>
                      <a:pt x="1143" y="175070"/>
                      <a:pt x="0" y="174022"/>
                      <a:pt x="0" y="171736"/>
                    </a:cubicBezTo>
                    <a:lnTo>
                      <a:pt x="0" y="2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46DECF9-ED33-F4C3-5CA1-858445EEB86E}"/>
                </a:ext>
              </a:extLst>
            </p:cNvPr>
            <p:cNvSpPr/>
            <p:nvPr/>
          </p:nvSpPr>
          <p:spPr>
            <a:xfrm>
              <a:off x="8264624" y="2974631"/>
              <a:ext cx="85733" cy="85579"/>
            </a:xfrm>
            <a:custGeom>
              <a:avLst/>
              <a:gdLst>
                <a:gd name="connsiteX0" fmla="*/ 53344 w 85733"/>
                <a:gd name="connsiteY0" fmla="*/ 66126 h 85579"/>
                <a:gd name="connsiteX1" fmla="*/ 74871 w 85733"/>
                <a:gd name="connsiteY1" fmla="*/ 70984 h 85579"/>
                <a:gd name="connsiteX2" fmla="*/ 83348 w 85733"/>
                <a:gd name="connsiteY2" fmla="*/ 56411 h 85579"/>
                <a:gd name="connsiteX3" fmla="*/ 68394 w 85733"/>
                <a:gd name="connsiteY3" fmla="*/ 40218 h 85579"/>
                <a:gd name="connsiteX4" fmla="*/ 66298 w 85733"/>
                <a:gd name="connsiteY4" fmla="*/ 32312 h 85579"/>
                <a:gd name="connsiteX5" fmla="*/ 71156 w 85733"/>
                <a:gd name="connsiteY5" fmla="*/ 10786 h 85579"/>
                <a:gd name="connsiteX6" fmla="*/ 56488 w 85733"/>
                <a:gd name="connsiteY6" fmla="*/ 2404 h 85579"/>
                <a:gd name="connsiteX7" fmla="*/ 40295 w 85733"/>
                <a:gd name="connsiteY7" fmla="*/ 17358 h 85579"/>
                <a:gd name="connsiteX8" fmla="*/ 32389 w 85733"/>
                <a:gd name="connsiteY8" fmla="*/ 19454 h 85579"/>
                <a:gd name="connsiteX9" fmla="*/ 10863 w 85733"/>
                <a:gd name="connsiteY9" fmla="*/ 14596 h 85579"/>
                <a:gd name="connsiteX10" fmla="*/ 2386 w 85733"/>
                <a:gd name="connsiteY10" fmla="*/ 29169 h 85579"/>
                <a:gd name="connsiteX11" fmla="*/ 17340 w 85733"/>
                <a:gd name="connsiteY11" fmla="*/ 45362 h 85579"/>
                <a:gd name="connsiteX12" fmla="*/ 19435 w 85733"/>
                <a:gd name="connsiteY12" fmla="*/ 53267 h 85579"/>
                <a:gd name="connsiteX13" fmla="*/ 14578 w 85733"/>
                <a:gd name="connsiteY13" fmla="*/ 74794 h 85579"/>
                <a:gd name="connsiteX14" fmla="*/ 29246 w 85733"/>
                <a:gd name="connsiteY14" fmla="*/ 83176 h 85579"/>
                <a:gd name="connsiteX15" fmla="*/ 45439 w 85733"/>
                <a:gd name="connsiteY15" fmla="*/ 68222 h 85579"/>
                <a:gd name="connsiteX16" fmla="*/ 53344 w 85733"/>
                <a:gd name="connsiteY16" fmla="*/ 66126 h 8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33" h="85579">
                  <a:moveTo>
                    <a:pt x="53344" y="66126"/>
                  </a:moveTo>
                  <a:lnTo>
                    <a:pt x="74871" y="70984"/>
                  </a:lnTo>
                  <a:cubicBezTo>
                    <a:pt x="83348" y="72889"/>
                    <a:pt x="89254" y="62792"/>
                    <a:pt x="83348" y="56411"/>
                  </a:cubicBezTo>
                  <a:lnTo>
                    <a:pt x="68394" y="40218"/>
                  </a:lnTo>
                  <a:cubicBezTo>
                    <a:pt x="66394" y="38123"/>
                    <a:pt x="65632" y="35170"/>
                    <a:pt x="66298" y="32312"/>
                  </a:cubicBezTo>
                  <a:lnTo>
                    <a:pt x="71156" y="10786"/>
                  </a:lnTo>
                  <a:cubicBezTo>
                    <a:pt x="73061" y="2309"/>
                    <a:pt x="62869" y="-3502"/>
                    <a:pt x="56488" y="2404"/>
                  </a:cubicBezTo>
                  <a:lnTo>
                    <a:pt x="40295" y="17358"/>
                  </a:lnTo>
                  <a:cubicBezTo>
                    <a:pt x="38200" y="19358"/>
                    <a:pt x="35152" y="20120"/>
                    <a:pt x="32389" y="19454"/>
                  </a:cubicBezTo>
                  <a:lnTo>
                    <a:pt x="10863" y="14596"/>
                  </a:lnTo>
                  <a:cubicBezTo>
                    <a:pt x="2386" y="12691"/>
                    <a:pt x="-3520" y="22787"/>
                    <a:pt x="2386" y="29169"/>
                  </a:cubicBezTo>
                  <a:lnTo>
                    <a:pt x="17340" y="45362"/>
                  </a:lnTo>
                  <a:cubicBezTo>
                    <a:pt x="19340" y="47457"/>
                    <a:pt x="20102" y="50410"/>
                    <a:pt x="19435" y="53267"/>
                  </a:cubicBezTo>
                  <a:lnTo>
                    <a:pt x="14578" y="74794"/>
                  </a:lnTo>
                  <a:cubicBezTo>
                    <a:pt x="12673" y="83271"/>
                    <a:pt x="22864" y="89081"/>
                    <a:pt x="29246" y="83176"/>
                  </a:cubicBezTo>
                  <a:lnTo>
                    <a:pt x="45439" y="68222"/>
                  </a:lnTo>
                  <a:cubicBezTo>
                    <a:pt x="47534" y="66221"/>
                    <a:pt x="50582" y="65459"/>
                    <a:pt x="53344" y="661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88" name="Picture 87" descr="A colorful squares and circles&#10;&#10;AI-generated content may be incorrect.">
            <a:extLst>
              <a:ext uri="{FF2B5EF4-FFF2-40B4-BE49-F238E27FC236}">
                <a16:creationId xmlns:a16="http://schemas.microsoft.com/office/drawing/2014/main" id="{4B4C2346-DD4E-25CD-308E-C8A530EB08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64" y="2956253"/>
            <a:ext cx="219448" cy="329172"/>
          </a:xfrm>
          <a:prstGeom prst="rect">
            <a:avLst/>
          </a:prstGeom>
        </p:spPr>
      </p:pic>
      <p:sp>
        <p:nvSpPr>
          <p:cNvPr id="93" name="Rectangle: Diagonal Corners Snipped 92">
            <a:extLst>
              <a:ext uri="{FF2B5EF4-FFF2-40B4-BE49-F238E27FC236}">
                <a16:creationId xmlns:a16="http://schemas.microsoft.com/office/drawing/2014/main" id="{9743A6B4-653D-6160-84FE-A4BBEEC09B91}"/>
              </a:ext>
            </a:extLst>
          </p:cNvPr>
          <p:cNvSpPr/>
          <p:nvPr/>
        </p:nvSpPr>
        <p:spPr>
          <a:xfrm>
            <a:off x="658813" y="4031332"/>
            <a:ext cx="3496916" cy="2156743"/>
          </a:xfrm>
          <a:prstGeom prst="snip2DiagRect">
            <a:avLst>
              <a:gd name="adj1" fmla="val 0"/>
              <a:gd name="adj2" fmla="val 8816"/>
            </a:avLst>
          </a:prstGeom>
          <a:solidFill>
            <a:schemeClr val="accent3">
              <a:lumMod val="40000"/>
              <a:lumOff val="60000"/>
              <a:alpha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D8D2904-583A-DD71-9FE6-A369EB119315}"/>
              </a:ext>
            </a:extLst>
          </p:cNvPr>
          <p:cNvSpPr txBox="1"/>
          <p:nvPr/>
        </p:nvSpPr>
        <p:spPr>
          <a:xfrm>
            <a:off x="882221" y="4209111"/>
            <a:ext cx="2225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Video &amp; Animation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431D6A5-8BC2-0A50-04B4-C53F70A07638}"/>
              </a:ext>
            </a:extLst>
          </p:cNvPr>
          <p:cNvSpPr/>
          <p:nvPr/>
        </p:nvSpPr>
        <p:spPr>
          <a:xfrm>
            <a:off x="995686" y="4721068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4C3B68C-454B-BAD2-122E-7DE78E92E44D}"/>
              </a:ext>
            </a:extLst>
          </p:cNvPr>
          <p:cNvSpPr txBox="1"/>
          <p:nvPr/>
        </p:nvSpPr>
        <p:spPr>
          <a:xfrm>
            <a:off x="1467565" y="4818509"/>
            <a:ext cx="934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Pictory</a:t>
            </a:r>
            <a:endParaRPr lang="en-IN" sz="12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3A725F9A-C117-2D7F-839B-36223138AD27}"/>
              </a:ext>
            </a:extLst>
          </p:cNvPr>
          <p:cNvSpPr/>
          <p:nvPr/>
        </p:nvSpPr>
        <p:spPr>
          <a:xfrm>
            <a:off x="2654917" y="4721068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687CE80-8B7B-650E-88DD-927D4D11ADF6}"/>
              </a:ext>
            </a:extLst>
          </p:cNvPr>
          <p:cNvSpPr txBox="1"/>
          <p:nvPr/>
        </p:nvSpPr>
        <p:spPr>
          <a:xfrm>
            <a:off x="3126796" y="4803120"/>
            <a:ext cx="966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Runway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6C2AD6B1-4F3E-1D7F-77AF-2913B470F922}"/>
              </a:ext>
            </a:extLst>
          </p:cNvPr>
          <p:cNvSpPr/>
          <p:nvPr/>
        </p:nvSpPr>
        <p:spPr>
          <a:xfrm>
            <a:off x="995686" y="5404931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4847EB8-0F01-2D0D-9755-E7AA7F4F66C8}"/>
              </a:ext>
            </a:extLst>
          </p:cNvPr>
          <p:cNvSpPr txBox="1"/>
          <p:nvPr/>
        </p:nvSpPr>
        <p:spPr>
          <a:xfrm>
            <a:off x="1467565" y="5486983"/>
            <a:ext cx="965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Lumen5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1599DC39-DDEC-1911-49A5-301840691F08}"/>
              </a:ext>
            </a:extLst>
          </p:cNvPr>
          <p:cNvSpPr/>
          <p:nvPr/>
        </p:nvSpPr>
        <p:spPr>
          <a:xfrm>
            <a:off x="2654917" y="5404931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164C642-0E2C-6AC8-4CCE-247660FDC450}"/>
              </a:ext>
            </a:extLst>
          </p:cNvPr>
          <p:cNvSpPr txBox="1"/>
          <p:nvPr/>
        </p:nvSpPr>
        <p:spPr>
          <a:xfrm>
            <a:off x="3126796" y="5486983"/>
            <a:ext cx="900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InVideo</a:t>
            </a:r>
            <a:endParaRPr lang="en-IN" sz="12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114" name="Rectangle: Diagonal Corners Snipped 113">
            <a:extLst>
              <a:ext uri="{FF2B5EF4-FFF2-40B4-BE49-F238E27FC236}">
                <a16:creationId xmlns:a16="http://schemas.microsoft.com/office/drawing/2014/main" id="{014EF20D-5909-EC08-979E-1F3E55778AD3}"/>
              </a:ext>
            </a:extLst>
          </p:cNvPr>
          <p:cNvSpPr/>
          <p:nvPr/>
        </p:nvSpPr>
        <p:spPr>
          <a:xfrm flipH="1">
            <a:off x="8046244" y="4031332"/>
            <a:ext cx="3496916" cy="2156743"/>
          </a:xfrm>
          <a:prstGeom prst="snip2DiagRect">
            <a:avLst>
              <a:gd name="adj1" fmla="val 0"/>
              <a:gd name="adj2" fmla="val 8816"/>
            </a:avLst>
          </a:prstGeom>
          <a:solidFill>
            <a:schemeClr val="accent3">
              <a:lumMod val="40000"/>
              <a:lumOff val="60000"/>
              <a:alpha val="2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F674E29-7F80-FE24-490A-42440C045D52}"/>
              </a:ext>
            </a:extLst>
          </p:cNvPr>
          <p:cNvSpPr txBox="1"/>
          <p:nvPr/>
        </p:nvSpPr>
        <p:spPr>
          <a:xfrm>
            <a:off x="8269652" y="4209111"/>
            <a:ext cx="271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Analytics &amp; Automation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4C91B377-9EFE-CA83-7BF4-6427843640A4}"/>
              </a:ext>
            </a:extLst>
          </p:cNvPr>
          <p:cNvSpPr/>
          <p:nvPr/>
        </p:nvSpPr>
        <p:spPr>
          <a:xfrm>
            <a:off x="8383117" y="4721068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4EB9C02-6871-C9FC-1E7A-8DEF30EE3E81}"/>
              </a:ext>
            </a:extLst>
          </p:cNvPr>
          <p:cNvSpPr txBox="1"/>
          <p:nvPr/>
        </p:nvSpPr>
        <p:spPr>
          <a:xfrm>
            <a:off x="8854996" y="4818509"/>
            <a:ext cx="1003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Tableau AI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074FC04E-EC7E-6E64-1B7F-748E6BD05BDF}"/>
              </a:ext>
            </a:extLst>
          </p:cNvPr>
          <p:cNvSpPr/>
          <p:nvPr/>
        </p:nvSpPr>
        <p:spPr>
          <a:xfrm>
            <a:off x="10042348" y="4721068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0F1AFBD-ED8F-B99F-E98D-1F763590A3B5}"/>
              </a:ext>
            </a:extLst>
          </p:cNvPr>
          <p:cNvSpPr txBox="1"/>
          <p:nvPr/>
        </p:nvSpPr>
        <p:spPr>
          <a:xfrm>
            <a:off x="10514227" y="4803120"/>
            <a:ext cx="680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Zapier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EEA499A4-9A36-F556-2923-32A96BDE8AB3}"/>
              </a:ext>
            </a:extLst>
          </p:cNvPr>
          <p:cNvSpPr/>
          <p:nvPr/>
        </p:nvSpPr>
        <p:spPr>
          <a:xfrm>
            <a:off x="8383117" y="5404931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6373EB8-ACEC-6695-1B93-CE64DBDBBB9C}"/>
              </a:ext>
            </a:extLst>
          </p:cNvPr>
          <p:cNvSpPr txBox="1"/>
          <p:nvPr/>
        </p:nvSpPr>
        <p:spPr>
          <a:xfrm>
            <a:off x="8854997" y="5486983"/>
            <a:ext cx="1127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Dialogflow</a:t>
            </a:r>
            <a:endParaRPr lang="en-IN" sz="12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F52654E-9DDD-662C-D4CF-D288DB520C28}"/>
              </a:ext>
            </a:extLst>
          </p:cNvPr>
          <p:cNvSpPr/>
          <p:nvPr/>
        </p:nvSpPr>
        <p:spPr>
          <a:xfrm>
            <a:off x="10042348" y="5404931"/>
            <a:ext cx="471880" cy="471880"/>
          </a:xfrm>
          <a:prstGeom prst="roundRect">
            <a:avLst>
              <a:gd name="adj" fmla="val 8916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60713F8-335E-922A-73D6-907308D3815D}"/>
              </a:ext>
            </a:extLst>
          </p:cNvPr>
          <p:cNvSpPr txBox="1"/>
          <p:nvPr/>
        </p:nvSpPr>
        <p:spPr>
          <a:xfrm>
            <a:off x="10514227" y="5486983"/>
            <a:ext cx="8514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Power BI</a:t>
            </a: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0D97ABA6-E8CF-D58D-AF29-6E659013068D}"/>
              </a:ext>
            </a:extLst>
          </p:cNvPr>
          <p:cNvSpPr/>
          <p:nvPr/>
        </p:nvSpPr>
        <p:spPr>
          <a:xfrm>
            <a:off x="4523201" y="1993641"/>
            <a:ext cx="3147761" cy="3247213"/>
          </a:xfrm>
          <a:custGeom>
            <a:avLst/>
            <a:gdLst>
              <a:gd name="connsiteX0" fmla="*/ 1845344 w 3147761"/>
              <a:gd name="connsiteY0" fmla="*/ 2959973 h 3247213"/>
              <a:gd name="connsiteX1" fmla="*/ 1804104 w 3147761"/>
              <a:gd name="connsiteY1" fmla="*/ 3001213 h 3247213"/>
              <a:gd name="connsiteX2" fmla="*/ 1845344 w 3147761"/>
              <a:gd name="connsiteY2" fmla="*/ 3042453 h 3247213"/>
              <a:gd name="connsiteX3" fmla="*/ 1886585 w 3147761"/>
              <a:gd name="connsiteY3" fmla="*/ 3001213 h 3247213"/>
              <a:gd name="connsiteX4" fmla="*/ 1845344 w 3147761"/>
              <a:gd name="connsiteY4" fmla="*/ 2959973 h 3247213"/>
              <a:gd name="connsiteX5" fmla="*/ 1302417 w 3147761"/>
              <a:gd name="connsiteY5" fmla="*/ 2959973 h 3247213"/>
              <a:gd name="connsiteX6" fmla="*/ 1261177 w 3147761"/>
              <a:gd name="connsiteY6" fmla="*/ 3001213 h 3247213"/>
              <a:gd name="connsiteX7" fmla="*/ 1302417 w 3147761"/>
              <a:gd name="connsiteY7" fmla="*/ 3042453 h 3247213"/>
              <a:gd name="connsiteX8" fmla="*/ 1343657 w 3147761"/>
              <a:gd name="connsiteY8" fmla="*/ 3001213 h 3247213"/>
              <a:gd name="connsiteX9" fmla="*/ 1302417 w 3147761"/>
              <a:gd name="connsiteY9" fmla="*/ 2959973 h 3247213"/>
              <a:gd name="connsiteX10" fmla="*/ 1845344 w 3147761"/>
              <a:gd name="connsiteY10" fmla="*/ 2575197 h 3247213"/>
              <a:gd name="connsiteX11" fmla="*/ 1804104 w 3147761"/>
              <a:gd name="connsiteY11" fmla="*/ 2616437 h 3247213"/>
              <a:gd name="connsiteX12" fmla="*/ 1845344 w 3147761"/>
              <a:gd name="connsiteY12" fmla="*/ 2657678 h 3247213"/>
              <a:gd name="connsiteX13" fmla="*/ 1886585 w 3147761"/>
              <a:gd name="connsiteY13" fmla="*/ 2616437 h 3247213"/>
              <a:gd name="connsiteX14" fmla="*/ 1845344 w 3147761"/>
              <a:gd name="connsiteY14" fmla="*/ 2575197 h 3247213"/>
              <a:gd name="connsiteX15" fmla="*/ 1302417 w 3147761"/>
              <a:gd name="connsiteY15" fmla="*/ 2575197 h 3247213"/>
              <a:gd name="connsiteX16" fmla="*/ 1261177 w 3147761"/>
              <a:gd name="connsiteY16" fmla="*/ 2616437 h 3247213"/>
              <a:gd name="connsiteX17" fmla="*/ 1302417 w 3147761"/>
              <a:gd name="connsiteY17" fmla="*/ 2657678 h 3247213"/>
              <a:gd name="connsiteX18" fmla="*/ 1343657 w 3147761"/>
              <a:gd name="connsiteY18" fmla="*/ 2616437 h 3247213"/>
              <a:gd name="connsiteX19" fmla="*/ 1302417 w 3147761"/>
              <a:gd name="connsiteY19" fmla="*/ 2575197 h 3247213"/>
              <a:gd name="connsiteX20" fmla="*/ 1845344 w 3147761"/>
              <a:gd name="connsiteY20" fmla="*/ 2549013 h 3247213"/>
              <a:gd name="connsiteX21" fmla="*/ 1912768 w 3147761"/>
              <a:gd name="connsiteY21" fmla="*/ 2616437 h 3247213"/>
              <a:gd name="connsiteX22" fmla="*/ 1858437 w 3147761"/>
              <a:gd name="connsiteY22" fmla="*/ 2682552 h 3247213"/>
              <a:gd name="connsiteX23" fmla="*/ 1858437 w 3147761"/>
              <a:gd name="connsiteY23" fmla="*/ 2935098 h 3247213"/>
              <a:gd name="connsiteX24" fmla="*/ 1912768 w 3147761"/>
              <a:gd name="connsiteY24" fmla="*/ 3001082 h 3247213"/>
              <a:gd name="connsiteX25" fmla="*/ 1845344 w 3147761"/>
              <a:gd name="connsiteY25" fmla="*/ 3068506 h 3247213"/>
              <a:gd name="connsiteX26" fmla="*/ 1777920 w 3147761"/>
              <a:gd name="connsiteY26" fmla="*/ 3001082 h 3247213"/>
              <a:gd name="connsiteX27" fmla="*/ 1832253 w 3147761"/>
              <a:gd name="connsiteY27" fmla="*/ 2934967 h 3247213"/>
              <a:gd name="connsiteX28" fmla="*/ 1832253 w 3147761"/>
              <a:gd name="connsiteY28" fmla="*/ 2682552 h 3247213"/>
              <a:gd name="connsiteX29" fmla="*/ 1777920 w 3147761"/>
              <a:gd name="connsiteY29" fmla="*/ 2616437 h 3247213"/>
              <a:gd name="connsiteX30" fmla="*/ 1845344 w 3147761"/>
              <a:gd name="connsiteY30" fmla="*/ 2549013 h 3247213"/>
              <a:gd name="connsiteX31" fmla="*/ 1302417 w 3147761"/>
              <a:gd name="connsiteY31" fmla="*/ 2549013 h 3247213"/>
              <a:gd name="connsiteX32" fmla="*/ 1369841 w 3147761"/>
              <a:gd name="connsiteY32" fmla="*/ 2616437 h 3247213"/>
              <a:gd name="connsiteX33" fmla="*/ 1315510 w 3147761"/>
              <a:gd name="connsiteY33" fmla="*/ 2682552 h 3247213"/>
              <a:gd name="connsiteX34" fmla="*/ 1315510 w 3147761"/>
              <a:gd name="connsiteY34" fmla="*/ 2935098 h 3247213"/>
              <a:gd name="connsiteX35" fmla="*/ 1369841 w 3147761"/>
              <a:gd name="connsiteY35" fmla="*/ 3001082 h 3247213"/>
              <a:gd name="connsiteX36" fmla="*/ 1302417 w 3147761"/>
              <a:gd name="connsiteY36" fmla="*/ 3068506 h 3247213"/>
              <a:gd name="connsiteX37" fmla="*/ 1234993 w 3147761"/>
              <a:gd name="connsiteY37" fmla="*/ 3001082 h 3247213"/>
              <a:gd name="connsiteX38" fmla="*/ 1289326 w 3147761"/>
              <a:gd name="connsiteY38" fmla="*/ 2934967 h 3247213"/>
              <a:gd name="connsiteX39" fmla="*/ 1289326 w 3147761"/>
              <a:gd name="connsiteY39" fmla="*/ 2682552 h 3247213"/>
              <a:gd name="connsiteX40" fmla="*/ 1234993 w 3147761"/>
              <a:gd name="connsiteY40" fmla="*/ 2616437 h 3247213"/>
              <a:gd name="connsiteX41" fmla="*/ 1302417 w 3147761"/>
              <a:gd name="connsiteY41" fmla="*/ 2549013 h 3247213"/>
              <a:gd name="connsiteX42" fmla="*/ 2546424 w 3147761"/>
              <a:gd name="connsiteY42" fmla="*/ 2459595 h 3247213"/>
              <a:gd name="connsiteX43" fmla="*/ 2505183 w 3147761"/>
              <a:gd name="connsiteY43" fmla="*/ 2500834 h 3247213"/>
              <a:gd name="connsiteX44" fmla="*/ 2546424 w 3147761"/>
              <a:gd name="connsiteY44" fmla="*/ 2542074 h 3247213"/>
              <a:gd name="connsiteX45" fmla="*/ 2587664 w 3147761"/>
              <a:gd name="connsiteY45" fmla="*/ 2500834 h 3247213"/>
              <a:gd name="connsiteX46" fmla="*/ 2546424 w 3147761"/>
              <a:gd name="connsiteY46" fmla="*/ 2459595 h 3247213"/>
              <a:gd name="connsiteX47" fmla="*/ 601337 w 3147761"/>
              <a:gd name="connsiteY47" fmla="*/ 2459595 h 3247213"/>
              <a:gd name="connsiteX48" fmla="*/ 560097 w 3147761"/>
              <a:gd name="connsiteY48" fmla="*/ 2500834 h 3247213"/>
              <a:gd name="connsiteX49" fmla="*/ 601337 w 3147761"/>
              <a:gd name="connsiteY49" fmla="*/ 2542074 h 3247213"/>
              <a:gd name="connsiteX50" fmla="*/ 642577 w 3147761"/>
              <a:gd name="connsiteY50" fmla="*/ 2500834 h 3247213"/>
              <a:gd name="connsiteX51" fmla="*/ 601337 w 3147761"/>
              <a:gd name="connsiteY51" fmla="*/ 2459595 h 3247213"/>
              <a:gd name="connsiteX52" fmla="*/ 839089 w 3147761"/>
              <a:gd name="connsiteY52" fmla="*/ 2329591 h 3247213"/>
              <a:gd name="connsiteX53" fmla="*/ 797849 w 3147761"/>
              <a:gd name="connsiteY53" fmla="*/ 2370831 h 3247213"/>
              <a:gd name="connsiteX54" fmla="*/ 839089 w 3147761"/>
              <a:gd name="connsiteY54" fmla="*/ 2412071 h 3247213"/>
              <a:gd name="connsiteX55" fmla="*/ 880329 w 3147761"/>
              <a:gd name="connsiteY55" fmla="*/ 2370831 h 3247213"/>
              <a:gd name="connsiteX56" fmla="*/ 839089 w 3147761"/>
              <a:gd name="connsiteY56" fmla="*/ 2329591 h 3247213"/>
              <a:gd name="connsiteX57" fmla="*/ 2308672 w 3147761"/>
              <a:gd name="connsiteY57" fmla="*/ 2329590 h 3247213"/>
              <a:gd name="connsiteX58" fmla="*/ 2267433 w 3147761"/>
              <a:gd name="connsiteY58" fmla="*/ 2370830 h 3247213"/>
              <a:gd name="connsiteX59" fmla="*/ 2308672 w 3147761"/>
              <a:gd name="connsiteY59" fmla="*/ 2412070 h 3247213"/>
              <a:gd name="connsiteX60" fmla="*/ 2349912 w 3147761"/>
              <a:gd name="connsiteY60" fmla="*/ 2370830 h 3247213"/>
              <a:gd name="connsiteX61" fmla="*/ 2308672 w 3147761"/>
              <a:gd name="connsiteY61" fmla="*/ 2329590 h 3247213"/>
              <a:gd name="connsiteX62" fmla="*/ 1129471 w 3147761"/>
              <a:gd name="connsiteY62" fmla="*/ 2039209 h 3247213"/>
              <a:gd name="connsiteX63" fmla="*/ 1088232 w 3147761"/>
              <a:gd name="connsiteY63" fmla="*/ 2080449 h 3247213"/>
              <a:gd name="connsiteX64" fmla="*/ 1129471 w 3147761"/>
              <a:gd name="connsiteY64" fmla="*/ 2121689 h 3247213"/>
              <a:gd name="connsiteX65" fmla="*/ 1170711 w 3147761"/>
              <a:gd name="connsiteY65" fmla="*/ 2080449 h 3247213"/>
              <a:gd name="connsiteX66" fmla="*/ 1129471 w 3147761"/>
              <a:gd name="connsiteY66" fmla="*/ 2039209 h 3247213"/>
              <a:gd name="connsiteX67" fmla="*/ 2018160 w 3147761"/>
              <a:gd name="connsiteY67" fmla="*/ 2039208 h 3247213"/>
              <a:gd name="connsiteX68" fmla="*/ 1976919 w 3147761"/>
              <a:gd name="connsiteY68" fmla="*/ 2080448 h 3247213"/>
              <a:gd name="connsiteX69" fmla="*/ 2018160 w 3147761"/>
              <a:gd name="connsiteY69" fmla="*/ 2121689 h 3247213"/>
              <a:gd name="connsiteX70" fmla="*/ 2059399 w 3147761"/>
              <a:gd name="connsiteY70" fmla="*/ 2080448 h 3247213"/>
              <a:gd name="connsiteX71" fmla="*/ 2018160 w 3147761"/>
              <a:gd name="connsiteY71" fmla="*/ 2039208 h 3247213"/>
              <a:gd name="connsiteX72" fmla="*/ 2018290 w 3147761"/>
              <a:gd name="connsiteY72" fmla="*/ 2013024 h 3247213"/>
              <a:gd name="connsiteX73" fmla="*/ 2085714 w 3147761"/>
              <a:gd name="connsiteY73" fmla="*/ 2080448 h 3247213"/>
              <a:gd name="connsiteX74" fmla="*/ 2074325 w 3147761"/>
              <a:gd name="connsiteY74" fmla="*/ 2117891 h 3247213"/>
              <a:gd name="connsiteX75" fmla="*/ 2271229 w 3147761"/>
              <a:gd name="connsiteY75" fmla="*/ 2314796 h 3247213"/>
              <a:gd name="connsiteX76" fmla="*/ 2308672 w 3147761"/>
              <a:gd name="connsiteY76" fmla="*/ 2303406 h 3247213"/>
              <a:gd name="connsiteX77" fmla="*/ 2376096 w 3147761"/>
              <a:gd name="connsiteY77" fmla="*/ 2370830 h 3247213"/>
              <a:gd name="connsiteX78" fmla="*/ 2308672 w 3147761"/>
              <a:gd name="connsiteY78" fmla="*/ 2438254 h 3247213"/>
              <a:gd name="connsiteX79" fmla="*/ 2241248 w 3147761"/>
              <a:gd name="connsiteY79" fmla="*/ 2370830 h 3247213"/>
              <a:gd name="connsiteX80" fmla="*/ 2252638 w 3147761"/>
              <a:gd name="connsiteY80" fmla="*/ 2333387 h 3247213"/>
              <a:gd name="connsiteX81" fmla="*/ 2055733 w 3147761"/>
              <a:gd name="connsiteY81" fmla="*/ 2136482 h 3247213"/>
              <a:gd name="connsiteX82" fmla="*/ 2018290 w 3147761"/>
              <a:gd name="connsiteY82" fmla="*/ 2147872 h 3247213"/>
              <a:gd name="connsiteX83" fmla="*/ 1950866 w 3147761"/>
              <a:gd name="connsiteY83" fmla="*/ 2080448 h 3247213"/>
              <a:gd name="connsiteX84" fmla="*/ 2018290 w 3147761"/>
              <a:gd name="connsiteY84" fmla="*/ 2013024 h 3247213"/>
              <a:gd name="connsiteX85" fmla="*/ 1129471 w 3147761"/>
              <a:gd name="connsiteY85" fmla="*/ 2012894 h 3247213"/>
              <a:gd name="connsiteX86" fmla="*/ 1196895 w 3147761"/>
              <a:gd name="connsiteY86" fmla="*/ 2080318 h 3247213"/>
              <a:gd name="connsiteX87" fmla="*/ 1129471 w 3147761"/>
              <a:gd name="connsiteY87" fmla="*/ 2147742 h 3247213"/>
              <a:gd name="connsiteX88" fmla="*/ 1092028 w 3147761"/>
              <a:gd name="connsiteY88" fmla="*/ 2136352 h 3247213"/>
              <a:gd name="connsiteX89" fmla="*/ 895123 w 3147761"/>
              <a:gd name="connsiteY89" fmla="*/ 2333257 h 3247213"/>
              <a:gd name="connsiteX90" fmla="*/ 906513 w 3147761"/>
              <a:gd name="connsiteY90" fmla="*/ 2370700 h 3247213"/>
              <a:gd name="connsiteX91" fmla="*/ 839089 w 3147761"/>
              <a:gd name="connsiteY91" fmla="*/ 2438124 h 3247213"/>
              <a:gd name="connsiteX92" fmla="*/ 771665 w 3147761"/>
              <a:gd name="connsiteY92" fmla="*/ 2370700 h 3247213"/>
              <a:gd name="connsiteX93" fmla="*/ 839089 w 3147761"/>
              <a:gd name="connsiteY93" fmla="*/ 2303276 h 3247213"/>
              <a:gd name="connsiteX94" fmla="*/ 876532 w 3147761"/>
              <a:gd name="connsiteY94" fmla="*/ 2314666 h 3247213"/>
              <a:gd name="connsiteX95" fmla="*/ 1073437 w 3147761"/>
              <a:gd name="connsiteY95" fmla="*/ 2117761 h 3247213"/>
              <a:gd name="connsiteX96" fmla="*/ 1062047 w 3147761"/>
              <a:gd name="connsiteY96" fmla="*/ 2080318 h 3247213"/>
              <a:gd name="connsiteX97" fmla="*/ 1129471 w 3147761"/>
              <a:gd name="connsiteY97" fmla="*/ 2012894 h 3247213"/>
              <a:gd name="connsiteX98" fmla="*/ 2767811 w 3147761"/>
              <a:gd name="connsiteY98" fmla="*/ 1859325 h 3247213"/>
              <a:gd name="connsiteX99" fmla="*/ 2726571 w 3147761"/>
              <a:gd name="connsiteY99" fmla="*/ 1900564 h 3247213"/>
              <a:gd name="connsiteX100" fmla="*/ 2767811 w 3147761"/>
              <a:gd name="connsiteY100" fmla="*/ 1941804 h 3247213"/>
              <a:gd name="connsiteX101" fmla="*/ 2809052 w 3147761"/>
              <a:gd name="connsiteY101" fmla="*/ 1900564 h 3247213"/>
              <a:gd name="connsiteX102" fmla="*/ 2767811 w 3147761"/>
              <a:gd name="connsiteY102" fmla="*/ 1859325 h 3247213"/>
              <a:gd name="connsiteX103" fmla="*/ 365615 w 3147761"/>
              <a:gd name="connsiteY103" fmla="*/ 1859325 h 3247213"/>
              <a:gd name="connsiteX104" fmla="*/ 324374 w 3147761"/>
              <a:gd name="connsiteY104" fmla="*/ 1900564 h 3247213"/>
              <a:gd name="connsiteX105" fmla="*/ 365615 w 3147761"/>
              <a:gd name="connsiteY105" fmla="*/ 1941804 h 3247213"/>
              <a:gd name="connsiteX106" fmla="*/ 406855 w 3147761"/>
              <a:gd name="connsiteY106" fmla="*/ 1900564 h 3247213"/>
              <a:gd name="connsiteX107" fmla="*/ 365615 w 3147761"/>
              <a:gd name="connsiteY107" fmla="*/ 1859325 h 3247213"/>
              <a:gd name="connsiteX108" fmla="*/ 1950866 w 3147761"/>
              <a:gd name="connsiteY108" fmla="*/ 1850290 h 3247213"/>
              <a:gd name="connsiteX109" fmla="*/ 2274240 w 3147761"/>
              <a:gd name="connsiteY109" fmla="*/ 1850290 h 3247213"/>
              <a:gd name="connsiteX110" fmla="*/ 2283535 w 3147761"/>
              <a:gd name="connsiteY110" fmla="*/ 1854087 h 3247213"/>
              <a:gd name="connsiteX111" fmla="*/ 2555719 w 3147761"/>
              <a:gd name="connsiteY111" fmla="*/ 2126271 h 3247213"/>
              <a:gd name="connsiteX112" fmla="*/ 2559516 w 3147761"/>
              <a:gd name="connsiteY112" fmla="*/ 2135566 h 3247213"/>
              <a:gd name="connsiteX113" fmla="*/ 2559516 w 3147761"/>
              <a:gd name="connsiteY113" fmla="*/ 2434719 h 3247213"/>
              <a:gd name="connsiteX114" fmla="*/ 2613978 w 3147761"/>
              <a:gd name="connsiteY114" fmla="*/ 2500834 h 3247213"/>
              <a:gd name="connsiteX115" fmla="*/ 2546554 w 3147761"/>
              <a:gd name="connsiteY115" fmla="*/ 2568258 h 3247213"/>
              <a:gd name="connsiteX116" fmla="*/ 2479130 w 3147761"/>
              <a:gd name="connsiteY116" fmla="*/ 2500834 h 3247213"/>
              <a:gd name="connsiteX117" fmla="*/ 2533463 w 3147761"/>
              <a:gd name="connsiteY117" fmla="*/ 2434719 h 3247213"/>
              <a:gd name="connsiteX118" fmla="*/ 2533463 w 3147761"/>
              <a:gd name="connsiteY118" fmla="*/ 2141064 h 3247213"/>
              <a:gd name="connsiteX119" fmla="*/ 2268872 w 3147761"/>
              <a:gd name="connsiteY119" fmla="*/ 1876474 h 3247213"/>
              <a:gd name="connsiteX120" fmla="*/ 1950866 w 3147761"/>
              <a:gd name="connsiteY120" fmla="*/ 1876474 h 3247213"/>
              <a:gd name="connsiteX121" fmla="*/ 873521 w 3147761"/>
              <a:gd name="connsiteY121" fmla="*/ 1850290 h 3247213"/>
              <a:gd name="connsiteX122" fmla="*/ 1197026 w 3147761"/>
              <a:gd name="connsiteY122" fmla="*/ 1850290 h 3247213"/>
              <a:gd name="connsiteX123" fmla="*/ 1197026 w 3147761"/>
              <a:gd name="connsiteY123" fmla="*/ 1876474 h 3247213"/>
              <a:gd name="connsiteX124" fmla="*/ 879019 w 3147761"/>
              <a:gd name="connsiteY124" fmla="*/ 1876474 h 3247213"/>
              <a:gd name="connsiteX125" fmla="*/ 614429 w 3147761"/>
              <a:gd name="connsiteY125" fmla="*/ 2141064 h 3247213"/>
              <a:gd name="connsiteX126" fmla="*/ 614429 w 3147761"/>
              <a:gd name="connsiteY126" fmla="*/ 2434719 h 3247213"/>
              <a:gd name="connsiteX127" fmla="*/ 668761 w 3147761"/>
              <a:gd name="connsiteY127" fmla="*/ 2500834 h 3247213"/>
              <a:gd name="connsiteX128" fmla="*/ 601337 w 3147761"/>
              <a:gd name="connsiteY128" fmla="*/ 2568258 h 3247213"/>
              <a:gd name="connsiteX129" fmla="*/ 533913 w 3147761"/>
              <a:gd name="connsiteY129" fmla="*/ 2500834 h 3247213"/>
              <a:gd name="connsiteX130" fmla="*/ 588245 w 3147761"/>
              <a:gd name="connsiteY130" fmla="*/ 2434719 h 3247213"/>
              <a:gd name="connsiteX131" fmla="*/ 588245 w 3147761"/>
              <a:gd name="connsiteY131" fmla="*/ 2135566 h 3247213"/>
              <a:gd name="connsiteX132" fmla="*/ 592042 w 3147761"/>
              <a:gd name="connsiteY132" fmla="*/ 2126271 h 3247213"/>
              <a:gd name="connsiteX133" fmla="*/ 864225 w 3147761"/>
              <a:gd name="connsiteY133" fmla="*/ 1854087 h 3247213"/>
              <a:gd name="connsiteX134" fmla="*/ 873521 w 3147761"/>
              <a:gd name="connsiteY134" fmla="*/ 1850290 h 3247213"/>
              <a:gd name="connsiteX135" fmla="*/ 1970505 w 3147761"/>
              <a:gd name="connsiteY135" fmla="*/ 1685462 h 3247213"/>
              <a:gd name="connsiteX136" fmla="*/ 2565801 w 3147761"/>
              <a:gd name="connsiteY136" fmla="*/ 1685462 h 3247213"/>
              <a:gd name="connsiteX137" fmla="*/ 2575096 w 3147761"/>
              <a:gd name="connsiteY137" fmla="*/ 1689259 h 3247213"/>
              <a:gd name="connsiteX138" fmla="*/ 2730368 w 3147761"/>
              <a:gd name="connsiteY138" fmla="*/ 1844530 h 3247213"/>
              <a:gd name="connsiteX139" fmla="*/ 2767811 w 3147761"/>
              <a:gd name="connsiteY139" fmla="*/ 1833140 h 3247213"/>
              <a:gd name="connsiteX140" fmla="*/ 2835366 w 3147761"/>
              <a:gd name="connsiteY140" fmla="*/ 1900564 h 3247213"/>
              <a:gd name="connsiteX141" fmla="*/ 2767942 w 3147761"/>
              <a:gd name="connsiteY141" fmla="*/ 1967988 h 3247213"/>
              <a:gd name="connsiteX142" fmla="*/ 2700518 w 3147761"/>
              <a:gd name="connsiteY142" fmla="*/ 1900564 h 3247213"/>
              <a:gd name="connsiteX143" fmla="*/ 2711908 w 3147761"/>
              <a:gd name="connsiteY143" fmla="*/ 1863121 h 3247213"/>
              <a:gd name="connsiteX144" fmla="*/ 2560433 w 3147761"/>
              <a:gd name="connsiteY144" fmla="*/ 1711646 h 3247213"/>
              <a:gd name="connsiteX145" fmla="*/ 1970505 w 3147761"/>
              <a:gd name="connsiteY145" fmla="*/ 1711646 h 3247213"/>
              <a:gd name="connsiteX146" fmla="*/ 567625 w 3147761"/>
              <a:gd name="connsiteY146" fmla="*/ 1685462 h 3247213"/>
              <a:gd name="connsiteX147" fmla="*/ 1162921 w 3147761"/>
              <a:gd name="connsiteY147" fmla="*/ 1685462 h 3247213"/>
              <a:gd name="connsiteX148" fmla="*/ 1162921 w 3147761"/>
              <a:gd name="connsiteY148" fmla="*/ 1711646 h 3247213"/>
              <a:gd name="connsiteX149" fmla="*/ 572993 w 3147761"/>
              <a:gd name="connsiteY149" fmla="*/ 1711646 h 3247213"/>
              <a:gd name="connsiteX150" fmla="*/ 421518 w 3147761"/>
              <a:gd name="connsiteY150" fmla="*/ 1863121 h 3247213"/>
              <a:gd name="connsiteX151" fmla="*/ 432908 w 3147761"/>
              <a:gd name="connsiteY151" fmla="*/ 1900564 h 3247213"/>
              <a:gd name="connsiteX152" fmla="*/ 365484 w 3147761"/>
              <a:gd name="connsiteY152" fmla="*/ 1967988 h 3247213"/>
              <a:gd name="connsiteX153" fmla="*/ 298060 w 3147761"/>
              <a:gd name="connsiteY153" fmla="*/ 1900564 h 3247213"/>
              <a:gd name="connsiteX154" fmla="*/ 365615 w 3147761"/>
              <a:gd name="connsiteY154" fmla="*/ 1833140 h 3247213"/>
              <a:gd name="connsiteX155" fmla="*/ 403058 w 3147761"/>
              <a:gd name="connsiteY155" fmla="*/ 1844530 h 3247213"/>
              <a:gd name="connsiteX156" fmla="*/ 558330 w 3147761"/>
              <a:gd name="connsiteY156" fmla="*/ 1689259 h 3247213"/>
              <a:gd name="connsiteX157" fmla="*/ 567625 w 3147761"/>
              <a:gd name="connsiteY157" fmla="*/ 1685462 h 3247213"/>
              <a:gd name="connsiteX158" fmla="*/ 2671453 w 3147761"/>
              <a:gd name="connsiteY158" fmla="*/ 1490259 h 3247213"/>
              <a:gd name="connsiteX159" fmla="*/ 2630214 w 3147761"/>
              <a:gd name="connsiteY159" fmla="*/ 1531499 h 3247213"/>
              <a:gd name="connsiteX160" fmla="*/ 2671453 w 3147761"/>
              <a:gd name="connsiteY160" fmla="*/ 1572739 h 3247213"/>
              <a:gd name="connsiteX161" fmla="*/ 2712693 w 3147761"/>
              <a:gd name="connsiteY161" fmla="*/ 1531499 h 3247213"/>
              <a:gd name="connsiteX162" fmla="*/ 2671453 w 3147761"/>
              <a:gd name="connsiteY162" fmla="*/ 1490259 h 3247213"/>
              <a:gd name="connsiteX163" fmla="*/ 2227894 w 3147761"/>
              <a:gd name="connsiteY163" fmla="*/ 1490259 h 3247213"/>
              <a:gd name="connsiteX164" fmla="*/ 2186654 w 3147761"/>
              <a:gd name="connsiteY164" fmla="*/ 1531499 h 3247213"/>
              <a:gd name="connsiteX165" fmla="*/ 2227894 w 3147761"/>
              <a:gd name="connsiteY165" fmla="*/ 1572739 h 3247213"/>
              <a:gd name="connsiteX166" fmla="*/ 2269135 w 3147761"/>
              <a:gd name="connsiteY166" fmla="*/ 1531499 h 3247213"/>
              <a:gd name="connsiteX167" fmla="*/ 2227894 w 3147761"/>
              <a:gd name="connsiteY167" fmla="*/ 1490259 h 3247213"/>
              <a:gd name="connsiteX168" fmla="*/ 919868 w 3147761"/>
              <a:gd name="connsiteY168" fmla="*/ 1490259 h 3247213"/>
              <a:gd name="connsiteX169" fmla="*/ 878628 w 3147761"/>
              <a:gd name="connsiteY169" fmla="*/ 1531499 h 3247213"/>
              <a:gd name="connsiteX170" fmla="*/ 919868 w 3147761"/>
              <a:gd name="connsiteY170" fmla="*/ 1572739 h 3247213"/>
              <a:gd name="connsiteX171" fmla="*/ 961108 w 3147761"/>
              <a:gd name="connsiteY171" fmla="*/ 1531499 h 3247213"/>
              <a:gd name="connsiteX172" fmla="*/ 919868 w 3147761"/>
              <a:gd name="connsiteY172" fmla="*/ 1490259 h 3247213"/>
              <a:gd name="connsiteX173" fmla="*/ 476178 w 3147761"/>
              <a:gd name="connsiteY173" fmla="*/ 1490259 h 3247213"/>
              <a:gd name="connsiteX174" fmla="*/ 434938 w 3147761"/>
              <a:gd name="connsiteY174" fmla="*/ 1531499 h 3247213"/>
              <a:gd name="connsiteX175" fmla="*/ 476178 w 3147761"/>
              <a:gd name="connsiteY175" fmla="*/ 1572739 h 3247213"/>
              <a:gd name="connsiteX176" fmla="*/ 517418 w 3147761"/>
              <a:gd name="connsiteY176" fmla="*/ 1531499 h 3247213"/>
              <a:gd name="connsiteX177" fmla="*/ 476178 w 3147761"/>
              <a:gd name="connsiteY177" fmla="*/ 1490259 h 3247213"/>
              <a:gd name="connsiteX178" fmla="*/ 2227894 w 3147761"/>
              <a:gd name="connsiteY178" fmla="*/ 1463944 h 3247213"/>
              <a:gd name="connsiteX179" fmla="*/ 2294009 w 3147761"/>
              <a:gd name="connsiteY179" fmla="*/ 1518276 h 3247213"/>
              <a:gd name="connsiteX180" fmla="*/ 2605338 w 3147761"/>
              <a:gd name="connsiteY180" fmla="*/ 1518276 h 3247213"/>
              <a:gd name="connsiteX181" fmla="*/ 2671453 w 3147761"/>
              <a:gd name="connsiteY181" fmla="*/ 1463944 h 3247213"/>
              <a:gd name="connsiteX182" fmla="*/ 2738877 w 3147761"/>
              <a:gd name="connsiteY182" fmla="*/ 1531368 h 3247213"/>
              <a:gd name="connsiteX183" fmla="*/ 2671453 w 3147761"/>
              <a:gd name="connsiteY183" fmla="*/ 1598792 h 3247213"/>
              <a:gd name="connsiteX184" fmla="*/ 2605338 w 3147761"/>
              <a:gd name="connsiteY184" fmla="*/ 1544461 h 3247213"/>
              <a:gd name="connsiteX185" fmla="*/ 2294009 w 3147761"/>
              <a:gd name="connsiteY185" fmla="*/ 1544461 h 3247213"/>
              <a:gd name="connsiteX186" fmla="*/ 2227894 w 3147761"/>
              <a:gd name="connsiteY186" fmla="*/ 1598792 h 3247213"/>
              <a:gd name="connsiteX187" fmla="*/ 2160470 w 3147761"/>
              <a:gd name="connsiteY187" fmla="*/ 1531368 h 3247213"/>
              <a:gd name="connsiteX188" fmla="*/ 2227894 w 3147761"/>
              <a:gd name="connsiteY188" fmla="*/ 1463944 h 3247213"/>
              <a:gd name="connsiteX189" fmla="*/ 476178 w 3147761"/>
              <a:gd name="connsiteY189" fmla="*/ 1463944 h 3247213"/>
              <a:gd name="connsiteX190" fmla="*/ 542293 w 3147761"/>
              <a:gd name="connsiteY190" fmla="*/ 1518276 h 3247213"/>
              <a:gd name="connsiteX191" fmla="*/ 853752 w 3147761"/>
              <a:gd name="connsiteY191" fmla="*/ 1518276 h 3247213"/>
              <a:gd name="connsiteX192" fmla="*/ 919868 w 3147761"/>
              <a:gd name="connsiteY192" fmla="*/ 1463944 h 3247213"/>
              <a:gd name="connsiteX193" fmla="*/ 987161 w 3147761"/>
              <a:gd name="connsiteY193" fmla="*/ 1531368 h 3247213"/>
              <a:gd name="connsiteX194" fmla="*/ 919737 w 3147761"/>
              <a:gd name="connsiteY194" fmla="*/ 1598792 h 3247213"/>
              <a:gd name="connsiteX195" fmla="*/ 853622 w 3147761"/>
              <a:gd name="connsiteY195" fmla="*/ 1544461 h 3247213"/>
              <a:gd name="connsiteX196" fmla="*/ 542293 w 3147761"/>
              <a:gd name="connsiteY196" fmla="*/ 1544461 h 3247213"/>
              <a:gd name="connsiteX197" fmla="*/ 476178 w 3147761"/>
              <a:gd name="connsiteY197" fmla="*/ 1598792 h 3247213"/>
              <a:gd name="connsiteX198" fmla="*/ 408754 w 3147761"/>
              <a:gd name="connsiteY198" fmla="*/ 1531368 h 3247213"/>
              <a:gd name="connsiteX199" fmla="*/ 476178 w 3147761"/>
              <a:gd name="connsiteY199" fmla="*/ 1463944 h 3247213"/>
              <a:gd name="connsiteX200" fmla="*/ 2841472 w 3147761"/>
              <a:gd name="connsiteY200" fmla="*/ 1136511 h 3247213"/>
              <a:gd name="connsiteX201" fmla="*/ 2800233 w 3147761"/>
              <a:gd name="connsiteY201" fmla="*/ 1177751 h 3247213"/>
              <a:gd name="connsiteX202" fmla="*/ 2841472 w 3147761"/>
              <a:gd name="connsiteY202" fmla="*/ 1218992 h 3247213"/>
              <a:gd name="connsiteX203" fmla="*/ 2882712 w 3147761"/>
              <a:gd name="connsiteY203" fmla="*/ 1177751 h 3247213"/>
              <a:gd name="connsiteX204" fmla="*/ 2841472 w 3147761"/>
              <a:gd name="connsiteY204" fmla="*/ 1136511 h 3247213"/>
              <a:gd name="connsiteX205" fmla="*/ 317502 w 3147761"/>
              <a:gd name="connsiteY205" fmla="*/ 1136511 h 3247213"/>
              <a:gd name="connsiteX206" fmla="*/ 276262 w 3147761"/>
              <a:gd name="connsiteY206" fmla="*/ 1177751 h 3247213"/>
              <a:gd name="connsiteX207" fmla="*/ 317502 w 3147761"/>
              <a:gd name="connsiteY207" fmla="*/ 1218992 h 3247213"/>
              <a:gd name="connsiteX208" fmla="*/ 358741 w 3147761"/>
              <a:gd name="connsiteY208" fmla="*/ 1177751 h 3247213"/>
              <a:gd name="connsiteX209" fmla="*/ 317502 w 3147761"/>
              <a:gd name="connsiteY209" fmla="*/ 1136511 h 3247213"/>
              <a:gd name="connsiteX210" fmla="*/ 2841472 w 3147761"/>
              <a:gd name="connsiteY210" fmla="*/ 1110327 h 3247213"/>
              <a:gd name="connsiteX211" fmla="*/ 2908896 w 3147761"/>
              <a:gd name="connsiteY211" fmla="*/ 1177751 h 3247213"/>
              <a:gd name="connsiteX212" fmla="*/ 2841472 w 3147761"/>
              <a:gd name="connsiteY212" fmla="*/ 1245175 h 3247213"/>
              <a:gd name="connsiteX213" fmla="*/ 2804029 w 3147761"/>
              <a:gd name="connsiteY213" fmla="*/ 1233786 h 3247213"/>
              <a:gd name="connsiteX214" fmla="*/ 2671799 w 3147761"/>
              <a:gd name="connsiteY214" fmla="*/ 1366016 h 3247213"/>
              <a:gd name="connsiteX215" fmla="*/ 2662503 w 3147761"/>
              <a:gd name="connsiteY215" fmla="*/ 1369812 h 3247213"/>
              <a:gd name="connsiteX216" fmla="*/ 1981717 w 3147761"/>
              <a:gd name="connsiteY216" fmla="*/ 1369812 h 3247213"/>
              <a:gd name="connsiteX217" fmla="*/ 1981717 w 3147761"/>
              <a:gd name="connsiteY217" fmla="*/ 1343628 h 3247213"/>
              <a:gd name="connsiteX218" fmla="*/ 2657005 w 3147761"/>
              <a:gd name="connsiteY218" fmla="*/ 1343628 h 3247213"/>
              <a:gd name="connsiteX219" fmla="*/ 2785438 w 3147761"/>
              <a:gd name="connsiteY219" fmla="*/ 1215194 h 3247213"/>
              <a:gd name="connsiteX220" fmla="*/ 2774049 w 3147761"/>
              <a:gd name="connsiteY220" fmla="*/ 1177751 h 3247213"/>
              <a:gd name="connsiteX221" fmla="*/ 2841472 w 3147761"/>
              <a:gd name="connsiteY221" fmla="*/ 1110327 h 3247213"/>
              <a:gd name="connsiteX222" fmla="*/ 317502 w 3147761"/>
              <a:gd name="connsiteY222" fmla="*/ 1110327 h 3247213"/>
              <a:gd name="connsiteX223" fmla="*/ 384925 w 3147761"/>
              <a:gd name="connsiteY223" fmla="*/ 1177751 h 3247213"/>
              <a:gd name="connsiteX224" fmla="*/ 373536 w 3147761"/>
              <a:gd name="connsiteY224" fmla="*/ 1215194 h 3247213"/>
              <a:gd name="connsiteX225" fmla="*/ 501969 w 3147761"/>
              <a:gd name="connsiteY225" fmla="*/ 1343628 h 3247213"/>
              <a:gd name="connsiteX226" fmla="*/ 1177257 w 3147761"/>
              <a:gd name="connsiteY226" fmla="*/ 1343628 h 3247213"/>
              <a:gd name="connsiteX227" fmla="*/ 1177257 w 3147761"/>
              <a:gd name="connsiteY227" fmla="*/ 1369812 h 3247213"/>
              <a:gd name="connsiteX228" fmla="*/ 496471 w 3147761"/>
              <a:gd name="connsiteY228" fmla="*/ 1369812 h 3247213"/>
              <a:gd name="connsiteX229" fmla="*/ 487175 w 3147761"/>
              <a:gd name="connsiteY229" fmla="*/ 1366016 h 3247213"/>
              <a:gd name="connsiteX230" fmla="*/ 354945 w 3147761"/>
              <a:gd name="connsiteY230" fmla="*/ 1233786 h 3247213"/>
              <a:gd name="connsiteX231" fmla="*/ 317502 w 3147761"/>
              <a:gd name="connsiteY231" fmla="*/ 1245175 h 3247213"/>
              <a:gd name="connsiteX232" fmla="*/ 250078 w 3147761"/>
              <a:gd name="connsiteY232" fmla="*/ 1177751 h 3247213"/>
              <a:gd name="connsiteX233" fmla="*/ 317502 w 3147761"/>
              <a:gd name="connsiteY233" fmla="*/ 1110327 h 3247213"/>
              <a:gd name="connsiteX234" fmla="*/ 1845344 w 3147761"/>
              <a:gd name="connsiteY234" fmla="*/ 534670 h 3247213"/>
              <a:gd name="connsiteX235" fmla="*/ 1804104 w 3147761"/>
              <a:gd name="connsiteY235" fmla="*/ 575911 h 3247213"/>
              <a:gd name="connsiteX236" fmla="*/ 1845344 w 3147761"/>
              <a:gd name="connsiteY236" fmla="*/ 617151 h 3247213"/>
              <a:gd name="connsiteX237" fmla="*/ 1886585 w 3147761"/>
              <a:gd name="connsiteY237" fmla="*/ 575911 h 3247213"/>
              <a:gd name="connsiteX238" fmla="*/ 1845344 w 3147761"/>
              <a:gd name="connsiteY238" fmla="*/ 534670 h 3247213"/>
              <a:gd name="connsiteX239" fmla="*/ 1302417 w 3147761"/>
              <a:gd name="connsiteY239" fmla="*/ 534670 h 3247213"/>
              <a:gd name="connsiteX240" fmla="*/ 1261177 w 3147761"/>
              <a:gd name="connsiteY240" fmla="*/ 575911 h 3247213"/>
              <a:gd name="connsiteX241" fmla="*/ 1302417 w 3147761"/>
              <a:gd name="connsiteY241" fmla="*/ 617151 h 3247213"/>
              <a:gd name="connsiteX242" fmla="*/ 1343657 w 3147761"/>
              <a:gd name="connsiteY242" fmla="*/ 575911 h 3247213"/>
              <a:gd name="connsiteX243" fmla="*/ 1302417 w 3147761"/>
              <a:gd name="connsiteY243" fmla="*/ 534670 h 3247213"/>
              <a:gd name="connsiteX244" fmla="*/ 2168326 w 3147761"/>
              <a:gd name="connsiteY244" fmla="*/ 452452 h 3247213"/>
              <a:gd name="connsiteX245" fmla="*/ 2127087 w 3147761"/>
              <a:gd name="connsiteY245" fmla="*/ 493692 h 3247213"/>
              <a:gd name="connsiteX246" fmla="*/ 2168326 w 3147761"/>
              <a:gd name="connsiteY246" fmla="*/ 534932 h 3247213"/>
              <a:gd name="connsiteX247" fmla="*/ 2209566 w 3147761"/>
              <a:gd name="connsiteY247" fmla="*/ 493692 h 3247213"/>
              <a:gd name="connsiteX248" fmla="*/ 2168326 w 3147761"/>
              <a:gd name="connsiteY248" fmla="*/ 452452 h 3247213"/>
              <a:gd name="connsiteX249" fmla="*/ 979436 w 3147761"/>
              <a:gd name="connsiteY249" fmla="*/ 452452 h 3247213"/>
              <a:gd name="connsiteX250" fmla="*/ 938196 w 3147761"/>
              <a:gd name="connsiteY250" fmla="*/ 493692 h 3247213"/>
              <a:gd name="connsiteX251" fmla="*/ 979436 w 3147761"/>
              <a:gd name="connsiteY251" fmla="*/ 534932 h 3247213"/>
              <a:gd name="connsiteX252" fmla="*/ 1020676 w 3147761"/>
              <a:gd name="connsiteY252" fmla="*/ 493692 h 3247213"/>
              <a:gd name="connsiteX253" fmla="*/ 979436 w 3147761"/>
              <a:gd name="connsiteY253" fmla="*/ 452452 h 3247213"/>
              <a:gd name="connsiteX254" fmla="*/ 2168326 w 3147761"/>
              <a:gd name="connsiteY254" fmla="*/ 426268 h 3247213"/>
              <a:gd name="connsiteX255" fmla="*/ 2235750 w 3147761"/>
              <a:gd name="connsiteY255" fmla="*/ 493562 h 3247213"/>
              <a:gd name="connsiteX256" fmla="*/ 2168326 w 3147761"/>
              <a:gd name="connsiteY256" fmla="*/ 560985 h 3247213"/>
              <a:gd name="connsiteX257" fmla="*/ 2130883 w 3147761"/>
              <a:gd name="connsiteY257" fmla="*/ 549595 h 3247213"/>
              <a:gd name="connsiteX258" fmla="*/ 1858437 w 3147761"/>
              <a:gd name="connsiteY258" fmla="*/ 822041 h 3247213"/>
              <a:gd name="connsiteX259" fmla="*/ 1858437 w 3147761"/>
              <a:gd name="connsiteY259" fmla="*/ 1138737 h 3247213"/>
              <a:gd name="connsiteX260" fmla="*/ 1832253 w 3147761"/>
              <a:gd name="connsiteY260" fmla="*/ 1138737 h 3247213"/>
              <a:gd name="connsiteX261" fmla="*/ 1832253 w 3147761"/>
              <a:gd name="connsiteY261" fmla="*/ 816673 h 3247213"/>
              <a:gd name="connsiteX262" fmla="*/ 1836050 w 3147761"/>
              <a:gd name="connsiteY262" fmla="*/ 807377 h 3247213"/>
              <a:gd name="connsiteX263" fmla="*/ 2112292 w 3147761"/>
              <a:gd name="connsiteY263" fmla="*/ 531135 h 3247213"/>
              <a:gd name="connsiteX264" fmla="*/ 2100902 w 3147761"/>
              <a:gd name="connsiteY264" fmla="*/ 493692 h 3247213"/>
              <a:gd name="connsiteX265" fmla="*/ 2168326 w 3147761"/>
              <a:gd name="connsiteY265" fmla="*/ 426268 h 3247213"/>
              <a:gd name="connsiteX266" fmla="*/ 979305 w 3147761"/>
              <a:gd name="connsiteY266" fmla="*/ 426268 h 3247213"/>
              <a:gd name="connsiteX267" fmla="*/ 1046729 w 3147761"/>
              <a:gd name="connsiteY267" fmla="*/ 493692 h 3247213"/>
              <a:gd name="connsiteX268" fmla="*/ 1035339 w 3147761"/>
              <a:gd name="connsiteY268" fmla="*/ 531135 h 3247213"/>
              <a:gd name="connsiteX269" fmla="*/ 1311582 w 3147761"/>
              <a:gd name="connsiteY269" fmla="*/ 807377 h 3247213"/>
              <a:gd name="connsiteX270" fmla="*/ 1315378 w 3147761"/>
              <a:gd name="connsiteY270" fmla="*/ 816673 h 3247213"/>
              <a:gd name="connsiteX271" fmla="*/ 1315378 w 3147761"/>
              <a:gd name="connsiteY271" fmla="*/ 1138737 h 3247213"/>
              <a:gd name="connsiteX272" fmla="*/ 1289194 w 3147761"/>
              <a:gd name="connsiteY272" fmla="*/ 1138737 h 3247213"/>
              <a:gd name="connsiteX273" fmla="*/ 1289194 w 3147761"/>
              <a:gd name="connsiteY273" fmla="*/ 822172 h 3247213"/>
              <a:gd name="connsiteX274" fmla="*/ 1016748 w 3147761"/>
              <a:gd name="connsiteY274" fmla="*/ 549726 h 3247213"/>
              <a:gd name="connsiteX275" fmla="*/ 979305 w 3147761"/>
              <a:gd name="connsiteY275" fmla="*/ 561116 h 3247213"/>
              <a:gd name="connsiteX276" fmla="*/ 911881 w 3147761"/>
              <a:gd name="connsiteY276" fmla="*/ 493692 h 3247213"/>
              <a:gd name="connsiteX277" fmla="*/ 979305 w 3147761"/>
              <a:gd name="connsiteY277" fmla="*/ 426268 h 3247213"/>
              <a:gd name="connsiteX278" fmla="*/ 1845344 w 3147761"/>
              <a:gd name="connsiteY278" fmla="*/ 188778 h 3247213"/>
              <a:gd name="connsiteX279" fmla="*/ 1804104 w 3147761"/>
              <a:gd name="connsiteY279" fmla="*/ 230018 h 3247213"/>
              <a:gd name="connsiteX280" fmla="*/ 1845344 w 3147761"/>
              <a:gd name="connsiteY280" fmla="*/ 271258 h 3247213"/>
              <a:gd name="connsiteX281" fmla="*/ 1886585 w 3147761"/>
              <a:gd name="connsiteY281" fmla="*/ 230018 h 3247213"/>
              <a:gd name="connsiteX282" fmla="*/ 1845344 w 3147761"/>
              <a:gd name="connsiteY282" fmla="*/ 188778 h 3247213"/>
              <a:gd name="connsiteX283" fmla="*/ 1302417 w 3147761"/>
              <a:gd name="connsiteY283" fmla="*/ 188778 h 3247213"/>
              <a:gd name="connsiteX284" fmla="*/ 1261177 w 3147761"/>
              <a:gd name="connsiteY284" fmla="*/ 230018 h 3247213"/>
              <a:gd name="connsiteX285" fmla="*/ 1302417 w 3147761"/>
              <a:gd name="connsiteY285" fmla="*/ 271258 h 3247213"/>
              <a:gd name="connsiteX286" fmla="*/ 1343657 w 3147761"/>
              <a:gd name="connsiteY286" fmla="*/ 230018 h 3247213"/>
              <a:gd name="connsiteX287" fmla="*/ 1302417 w 3147761"/>
              <a:gd name="connsiteY287" fmla="*/ 188778 h 3247213"/>
              <a:gd name="connsiteX288" fmla="*/ 1845344 w 3147761"/>
              <a:gd name="connsiteY288" fmla="*/ 162594 h 3247213"/>
              <a:gd name="connsiteX289" fmla="*/ 1912768 w 3147761"/>
              <a:gd name="connsiteY289" fmla="*/ 230018 h 3247213"/>
              <a:gd name="connsiteX290" fmla="*/ 1858437 w 3147761"/>
              <a:gd name="connsiteY290" fmla="*/ 296133 h 3247213"/>
              <a:gd name="connsiteX291" fmla="*/ 1858437 w 3147761"/>
              <a:gd name="connsiteY291" fmla="*/ 509796 h 3247213"/>
              <a:gd name="connsiteX292" fmla="*/ 1912768 w 3147761"/>
              <a:gd name="connsiteY292" fmla="*/ 575911 h 3247213"/>
              <a:gd name="connsiteX293" fmla="*/ 1845344 w 3147761"/>
              <a:gd name="connsiteY293" fmla="*/ 643335 h 3247213"/>
              <a:gd name="connsiteX294" fmla="*/ 1777920 w 3147761"/>
              <a:gd name="connsiteY294" fmla="*/ 575911 h 3247213"/>
              <a:gd name="connsiteX295" fmla="*/ 1832253 w 3147761"/>
              <a:gd name="connsiteY295" fmla="*/ 509796 h 3247213"/>
              <a:gd name="connsiteX296" fmla="*/ 1832253 w 3147761"/>
              <a:gd name="connsiteY296" fmla="*/ 296133 h 3247213"/>
              <a:gd name="connsiteX297" fmla="*/ 1777920 w 3147761"/>
              <a:gd name="connsiteY297" fmla="*/ 230018 h 3247213"/>
              <a:gd name="connsiteX298" fmla="*/ 1845344 w 3147761"/>
              <a:gd name="connsiteY298" fmla="*/ 162594 h 3247213"/>
              <a:gd name="connsiteX299" fmla="*/ 1302417 w 3147761"/>
              <a:gd name="connsiteY299" fmla="*/ 162594 h 3247213"/>
              <a:gd name="connsiteX300" fmla="*/ 1369841 w 3147761"/>
              <a:gd name="connsiteY300" fmla="*/ 230018 h 3247213"/>
              <a:gd name="connsiteX301" fmla="*/ 1315510 w 3147761"/>
              <a:gd name="connsiteY301" fmla="*/ 296133 h 3247213"/>
              <a:gd name="connsiteX302" fmla="*/ 1315510 w 3147761"/>
              <a:gd name="connsiteY302" fmla="*/ 509796 h 3247213"/>
              <a:gd name="connsiteX303" fmla="*/ 1369841 w 3147761"/>
              <a:gd name="connsiteY303" fmla="*/ 575911 h 3247213"/>
              <a:gd name="connsiteX304" fmla="*/ 1302417 w 3147761"/>
              <a:gd name="connsiteY304" fmla="*/ 643335 h 3247213"/>
              <a:gd name="connsiteX305" fmla="*/ 1234993 w 3147761"/>
              <a:gd name="connsiteY305" fmla="*/ 575911 h 3247213"/>
              <a:gd name="connsiteX306" fmla="*/ 1289326 w 3147761"/>
              <a:gd name="connsiteY306" fmla="*/ 509796 h 3247213"/>
              <a:gd name="connsiteX307" fmla="*/ 1289326 w 3147761"/>
              <a:gd name="connsiteY307" fmla="*/ 296133 h 3247213"/>
              <a:gd name="connsiteX308" fmla="*/ 1234993 w 3147761"/>
              <a:gd name="connsiteY308" fmla="*/ 230018 h 3247213"/>
              <a:gd name="connsiteX309" fmla="*/ 1302417 w 3147761"/>
              <a:gd name="connsiteY309" fmla="*/ 162594 h 3247213"/>
              <a:gd name="connsiteX310" fmla="*/ 1878288 w 3147761"/>
              <a:gd name="connsiteY310" fmla="*/ 138 h 3247213"/>
              <a:gd name="connsiteX311" fmla="*/ 2002057 w 3147761"/>
              <a:gd name="connsiteY311" fmla="*/ 32982 h 3247213"/>
              <a:gd name="connsiteX312" fmla="*/ 2108364 w 3147761"/>
              <a:gd name="connsiteY312" fmla="*/ 250180 h 3247213"/>
              <a:gd name="connsiteX313" fmla="*/ 2404506 w 3147761"/>
              <a:gd name="connsiteY313" fmla="*/ 286314 h 3247213"/>
              <a:gd name="connsiteX314" fmla="*/ 2485807 w 3147761"/>
              <a:gd name="connsiteY314" fmla="*/ 540824 h 3247213"/>
              <a:gd name="connsiteX315" fmla="*/ 2716752 w 3147761"/>
              <a:gd name="connsiteY315" fmla="*/ 594763 h 3247213"/>
              <a:gd name="connsiteX316" fmla="*/ 2779200 w 3147761"/>
              <a:gd name="connsiteY316" fmla="*/ 884490 h 3247213"/>
              <a:gd name="connsiteX317" fmla="*/ 3037899 w 3147761"/>
              <a:gd name="connsiteY317" fmla="*/ 973255 h 3247213"/>
              <a:gd name="connsiteX318" fmla="*/ 3147742 w 3147761"/>
              <a:gd name="connsiteY318" fmla="*/ 1233655 h 3247213"/>
              <a:gd name="connsiteX319" fmla="*/ 3008835 w 3147761"/>
              <a:gd name="connsiteY319" fmla="*/ 1536998 h 3247213"/>
              <a:gd name="connsiteX320" fmla="*/ 3072855 w 3147761"/>
              <a:gd name="connsiteY320" fmla="*/ 1880926 h 3247213"/>
              <a:gd name="connsiteX321" fmla="*/ 2944291 w 3147761"/>
              <a:gd name="connsiteY321" fmla="*/ 2022976 h 3247213"/>
              <a:gd name="connsiteX322" fmla="*/ 3055311 w 3147761"/>
              <a:gd name="connsiteY322" fmla="*/ 2268713 h 3247213"/>
              <a:gd name="connsiteX323" fmla="*/ 2873595 w 3147761"/>
              <a:gd name="connsiteY323" fmla="*/ 2460773 h 3247213"/>
              <a:gd name="connsiteX324" fmla="*/ 2852123 w 3147761"/>
              <a:gd name="connsiteY324" fmla="*/ 2694859 h 3247213"/>
              <a:gd name="connsiteX325" fmla="*/ 2645138 w 3147761"/>
              <a:gd name="connsiteY325" fmla="*/ 2799596 h 3247213"/>
              <a:gd name="connsiteX326" fmla="*/ 2582951 w 3147761"/>
              <a:gd name="connsiteY326" fmla="*/ 2793050 h 3247213"/>
              <a:gd name="connsiteX327" fmla="*/ 2470752 w 3147761"/>
              <a:gd name="connsiteY327" fmla="*/ 3032504 h 3247213"/>
              <a:gd name="connsiteX328" fmla="*/ 2149997 w 3147761"/>
              <a:gd name="connsiteY328" fmla="*/ 3005403 h 3247213"/>
              <a:gd name="connsiteX329" fmla="*/ 2033870 w 3147761"/>
              <a:gd name="connsiteY329" fmla="*/ 3207544 h 3247213"/>
              <a:gd name="connsiteX330" fmla="*/ 1883180 w 3147761"/>
              <a:gd name="connsiteY330" fmla="*/ 3247213 h 3247213"/>
              <a:gd name="connsiteX331" fmla="*/ 1737335 w 3147761"/>
              <a:gd name="connsiteY331" fmla="*/ 3210555 h 3247213"/>
              <a:gd name="connsiteX332" fmla="*/ 1628409 w 3147761"/>
              <a:gd name="connsiteY332" fmla="*/ 3027791 h 3247213"/>
              <a:gd name="connsiteX333" fmla="*/ 1628409 w 3147761"/>
              <a:gd name="connsiteY333" fmla="*/ 1953456 h 3247213"/>
              <a:gd name="connsiteX334" fmla="*/ 1654593 w 3147761"/>
              <a:gd name="connsiteY334" fmla="*/ 1953456 h 3247213"/>
              <a:gd name="connsiteX335" fmla="*/ 1654593 w 3147761"/>
              <a:gd name="connsiteY335" fmla="*/ 3027791 h 3247213"/>
              <a:gd name="connsiteX336" fmla="*/ 1750295 w 3147761"/>
              <a:gd name="connsiteY336" fmla="*/ 3187775 h 3247213"/>
              <a:gd name="connsiteX337" fmla="*/ 2020385 w 3147761"/>
              <a:gd name="connsiteY337" fmla="*/ 3185157 h 3247213"/>
              <a:gd name="connsiteX338" fmla="*/ 2124205 w 3147761"/>
              <a:gd name="connsiteY338" fmla="*/ 2980659 h 3247213"/>
              <a:gd name="connsiteX339" fmla="*/ 2131275 w 3147761"/>
              <a:gd name="connsiteY339" fmla="*/ 2968615 h 3247213"/>
              <a:gd name="connsiteX340" fmla="*/ 2145152 w 3147761"/>
              <a:gd name="connsiteY340" fmla="*/ 2969792 h 3247213"/>
              <a:gd name="connsiteX341" fmla="*/ 2457136 w 3147761"/>
              <a:gd name="connsiteY341" fmla="*/ 3010116 h 3247213"/>
              <a:gd name="connsiteX342" fmla="*/ 2555588 w 3147761"/>
              <a:gd name="connsiteY342" fmla="*/ 2786373 h 3247213"/>
              <a:gd name="connsiteX343" fmla="*/ 2473893 w 3147761"/>
              <a:gd name="connsiteY343" fmla="*/ 2749323 h 3247213"/>
              <a:gd name="connsiteX344" fmla="*/ 2488033 w 3147761"/>
              <a:gd name="connsiteY344" fmla="*/ 2727197 h 3247213"/>
              <a:gd name="connsiteX345" fmla="*/ 2830652 w 3147761"/>
              <a:gd name="connsiteY345" fmla="*/ 2679935 h 3247213"/>
              <a:gd name="connsiteX346" fmla="*/ 2843089 w 3147761"/>
              <a:gd name="connsiteY346" fmla="*/ 2456715 h 3247213"/>
              <a:gd name="connsiteX347" fmla="*/ 2843221 w 3147761"/>
              <a:gd name="connsiteY347" fmla="*/ 2444801 h 3247213"/>
              <a:gd name="connsiteX348" fmla="*/ 2852908 w 3147761"/>
              <a:gd name="connsiteY348" fmla="*/ 2437863 h 3247213"/>
              <a:gd name="connsiteX349" fmla="*/ 3029651 w 3147761"/>
              <a:gd name="connsiteY349" fmla="*/ 2263738 h 3247213"/>
              <a:gd name="connsiteX350" fmla="*/ 2915882 w 3147761"/>
              <a:gd name="connsiteY350" fmla="*/ 2035413 h 3247213"/>
              <a:gd name="connsiteX351" fmla="*/ 2822012 w 3147761"/>
              <a:gd name="connsiteY351" fmla="*/ 2052171 h 3247213"/>
              <a:gd name="connsiteX352" fmla="*/ 2814418 w 3147761"/>
              <a:gd name="connsiteY352" fmla="*/ 2052039 h 3247213"/>
              <a:gd name="connsiteX353" fmla="*/ 2815073 w 3147761"/>
              <a:gd name="connsiteY353" fmla="*/ 2025855 h 3247213"/>
              <a:gd name="connsiteX354" fmla="*/ 2916405 w 3147761"/>
              <a:gd name="connsiteY354" fmla="*/ 2007527 h 3247213"/>
              <a:gd name="connsiteX355" fmla="*/ 2917322 w 3147761"/>
              <a:gd name="connsiteY355" fmla="*/ 2005825 h 3247213"/>
              <a:gd name="connsiteX356" fmla="*/ 2918631 w 3147761"/>
              <a:gd name="connsiteY356" fmla="*/ 2006610 h 3247213"/>
              <a:gd name="connsiteX357" fmla="*/ 3048765 w 3147761"/>
              <a:gd name="connsiteY357" fmla="*/ 1870584 h 3247213"/>
              <a:gd name="connsiteX358" fmla="*/ 2979902 w 3147761"/>
              <a:gd name="connsiteY358" fmla="*/ 1544722 h 3247213"/>
              <a:gd name="connsiteX359" fmla="*/ 2975974 w 3147761"/>
              <a:gd name="connsiteY359" fmla="*/ 1534249 h 3247213"/>
              <a:gd name="connsiteX360" fmla="*/ 2981473 w 3147761"/>
              <a:gd name="connsiteY360" fmla="*/ 1524561 h 3247213"/>
              <a:gd name="connsiteX361" fmla="*/ 3121557 w 3147761"/>
              <a:gd name="connsiteY361" fmla="*/ 1233393 h 3247213"/>
              <a:gd name="connsiteX362" fmla="*/ 3020095 w 3147761"/>
              <a:gd name="connsiteY362" fmla="*/ 992368 h 3247213"/>
              <a:gd name="connsiteX363" fmla="*/ 2758908 w 3147761"/>
              <a:gd name="connsiteY363" fmla="*/ 911853 h 3247213"/>
              <a:gd name="connsiteX364" fmla="*/ 2746864 w 3147761"/>
              <a:gd name="connsiteY364" fmla="*/ 905961 h 3247213"/>
              <a:gd name="connsiteX365" fmla="*/ 2746209 w 3147761"/>
              <a:gd name="connsiteY365" fmla="*/ 892607 h 3247213"/>
              <a:gd name="connsiteX366" fmla="*/ 2699469 w 3147761"/>
              <a:gd name="connsiteY366" fmla="*/ 614401 h 3247213"/>
              <a:gd name="connsiteX367" fmla="*/ 2391806 w 3147761"/>
              <a:gd name="connsiteY367" fmla="*/ 614139 h 3247213"/>
              <a:gd name="connsiteX368" fmla="*/ 2376620 w 3147761"/>
              <a:gd name="connsiteY368" fmla="*/ 592799 h 3247213"/>
              <a:gd name="connsiteX369" fmla="*/ 2457921 w 3147761"/>
              <a:gd name="connsiteY369" fmla="*/ 549334 h 3247213"/>
              <a:gd name="connsiteX370" fmla="*/ 2387486 w 3147761"/>
              <a:gd name="connsiteY370" fmla="*/ 306214 h 3247213"/>
              <a:gd name="connsiteX371" fmla="*/ 2099461 w 3147761"/>
              <a:gd name="connsiteY371" fmla="*/ 280815 h 3247213"/>
              <a:gd name="connsiteX372" fmla="*/ 2087286 w 3147761"/>
              <a:gd name="connsiteY372" fmla="*/ 279114 h 3247213"/>
              <a:gd name="connsiteX373" fmla="*/ 2081918 w 3147761"/>
              <a:gd name="connsiteY373" fmla="*/ 267985 h 3247213"/>
              <a:gd name="connsiteX374" fmla="*/ 1988441 w 3147761"/>
              <a:gd name="connsiteY374" fmla="*/ 55239 h 3247213"/>
              <a:gd name="connsiteX375" fmla="*/ 1760769 w 3147761"/>
              <a:gd name="connsiteY375" fmla="*/ 57726 h 3247213"/>
              <a:gd name="connsiteX376" fmla="*/ 1654724 w 3147761"/>
              <a:gd name="connsiteY376" fmla="*/ 233422 h 3247213"/>
              <a:gd name="connsiteX377" fmla="*/ 1654724 w 3147761"/>
              <a:gd name="connsiteY377" fmla="*/ 1138868 h 3247213"/>
              <a:gd name="connsiteX378" fmla="*/ 1628540 w 3147761"/>
              <a:gd name="connsiteY378" fmla="*/ 1138868 h 3247213"/>
              <a:gd name="connsiteX379" fmla="*/ 1628540 w 3147761"/>
              <a:gd name="connsiteY379" fmla="*/ 233553 h 3247213"/>
              <a:gd name="connsiteX380" fmla="*/ 1747939 w 3147761"/>
              <a:gd name="connsiteY380" fmla="*/ 34946 h 3247213"/>
              <a:gd name="connsiteX381" fmla="*/ 1878288 w 3147761"/>
              <a:gd name="connsiteY381" fmla="*/ 138 h 3247213"/>
              <a:gd name="connsiteX382" fmla="*/ 1269474 w 3147761"/>
              <a:gd name="connsiteY382" fmla="*/ 7 h 3247213"/>
              <a:gd name="connsiteX383" fmla="*/ 1399822 w 3147761"/>
              <a:gd name="connsiteY383" fmla="*/ 34815 h 3247213"/>
              <a:gd name="connsiteX384" fmla="*/ 1519221 w 3147761"/>
              <a:gd name="connsiteY384" fmla="*/ 233422 h 3247213"/>
              <a:gd name="connsiteX385" fmla="*/ 1519221 w 3147761"/>
              <a:gd name="connsiteY385" fmla="*/ 1138213 h 3247213"/>
              <a:gd name="connsiteX386" fmla="*/ 1493037 w 3147761"/>
              <a:gd name="connsiteY386" fmla="*/ 1138213 h 3247213"/>
              <a:gd name="connsiteX387" fmla="*/ 1493037 w 3147761"/>
              <a:gd name="connsiteY387" fmla="*/ 232898 h 3247213"/>
              <a:gd name="connsiteX388" fmla="*/ 1386991 w 3147761"/>
              <a:gd name="connsiteY388" fmla="*/ 57203 h 3247213"/>
              <a:gd name="connsiteX389" fmla="*/ 1159321 w 3147761"/>
              <a:gd name="connsiteY389" fmla="*/ 54715 h 3247213"/>
              <a:gd name="connsiteX390" fmla="*/ 1065843 w 3147761"/>
              <a:gd name="connsiteY390" fmla="*/ 267461 h 3247213"/>
              <a:gd name="connsiteX391" fmla="*/ 1060476 w 3147761"/>
              <a:gd name="connsiteY391" fmla="*/ 278589 h 3247213"/>
              <a:gd name="connsiteX392" fmla="*/ 1048300 w 3147761"/>
              <a:gd name="connsiteY392" fmla="*/ 280291 h 3247213"/>
              <a:gd name="connsiteX393" fmla="*/ 760275 w 3147761"/>
              <a:gd name="connsiteY393" fmla="*/ 305690 h 3247213"/>
              <a:gd name="connsiteX394" fmla="*/ 689840 w 3147761"/>
              <a:gd name="connsiteY394" fmla="*/ 548809 h 3247213"/>
              <a:gd name="connsiteX395" fmla="*/ 771141 w 3147761"/>
              <a:gd name="connsiteY395" fmla="*/ 592275 h 3247213"/>
              <a:gd name="connsiteX396" fmla="*/ 755955 w 3147761"/>
              <a:gd name="connsiteY396" fmla="*/ 613615 h 3247213"/>
              <a:gd name="connsiteX397" fmla="*/ 448291 w 3147761"/>
              <a:gd name="connsiteY397" fmla="*/ 613877 h 3247213"/>
              <a:gd name="connsiteX398" fmla="*/ 401552 w 3147761"/>
              <a:gd name="connsiteY398" fmla="*/ 892083 h 3247213"/>
              <a:gd name="connsiteX399" fmla="*/ 400898 w 3147761"/>
              <a:gd name="connsiteY399" fmla="*/ 905437 h 3247213"/>
              <a:gd name="connsiteX400" fmla="*/ 388853 w 3147761"/>
              <a:gd name="connsiteY400" fmla="*/ 911328 h 3247213"/>
              <a:gd name="connsiteX401" fmla="*/ 127667 w 3147761"/>
              <a:gd name="connsiteY401" fmla="*/ 991845 h 3247213"/>
              <a:gd name="connsiteX402" fmla="*/ 26204 w 3147761"/>
              <a:gd name="connsiteY402" fmla="*/ 1232870 h 3247213"/>
              <a:gd name="connsiteX403" fmla="*/ 166288 w 3147761"/>
              <a:gd name="connsiteY403" fmla="*/ 1524037 h 3247213"/>
              <a:gd name="connsiteX404" fmla="*/ 171787 w 3147761"/>
              <a:gd name="connsiteY404" fmla="*/ 1533724 h 3247213"/>
              <a:gd name="connsiteX405" fmla="*/ 167860 w 3147761"/>
              <a:gd name="connsiteY405" fmla="*/ 1544198 h 3247213"/>
              <a:gd name="connsiteX406" fmla="*/ 98996 w 3147761"/>
              <a:gd name="connsiteY406" fmla="*/ 1870059 h 3247213"/>
              <a:gd name="connsiteX407" fmla="*/ 229130 w 3147761"/>
              <a:gd name="connsiteY407" fmla="*/ 2006086 h 3247213"/>
              <a:gd name="connsiteX408" fmla="*/ 230309 w 3147761"/>
              <a:gd name="connsiteY408" fmla="*/ 2005300 h 3247213"/>
              <a:gd name="connsiteX409" fmla="*/ 231225 w 3147761"/>
              <a:gd name="connsiteY409" fmla="*/ 2006872 h 3247213"/>
              <a:gd name="connsiteX410" fmla="*/ 332688 w 3147761"/>
              <a:gd name="connsiteY410" fmla="*/ 2025331 h 3247213"/>
              <a:gd name="connsiteX411" fmla="*/ 333343 w 3147761"/>
              <a:gd name="connsiteY411" fmla="*/ 2051516 h 3247213"/>
              <a:gd name="connsiteX412" fmla="*/ 325749 w 3147761"/>
              <a:gd name="connsiteY412" fmla="*/ 2051646 h 3247213"/>
              <a:gd name="connsiteX413" fmla="*/ 231879 w 3147761"/>
              <a:gd name="connsiteY413" fmla="*/ 2034888 h 3247213"/>
              <a:gd name="connsiteX414" fmla="*/ 118109 w 3147761"/>
              <a:gd name="connsiteY414" fmla="*/ 2263214 h 3247213"/>
              <a:gd name="connsiteX415" fmla="*/ 294852 w 3147761"/>
              <a:gd name="connsiteY415" fmla="*/ 2437338 h 3247213"/>
              <a:gd name="connsiteX416" fmla="*/ 304540 w 3147761"/>
              <a:gd name="connsiteY416" fmla="*/ 2444277 h 3247213"/>
              <a:gd name="connsiteX417" fmla="*/ 304672 w 3147761"/>
              <a:gd name="connsiteY417" fmla="*/ 2456191 h 3247213"/>
              <a:gd name="connsiteX418" fmla="*/ 317109 w 3147761"/>
              <a:gd name="connsiteY418" fmla="*/ 2679410 h 3247213"/>
              <a:gd name="connsiteX419" fmla="*/ 659597 w 3147761"/>
              <a:gd name="connsiteY419" fmla="*/ 2726673 h 3247213"/>
              <a:gd name="connsiteX420" fmla="*/ 673736 w 3147761"/>
              <a:gd name="connsiteY420" fmla="*/ 2748798 h 3247213"/>
              <a:gd name="connsiteX421" fmla="*/ 592042 w 3147761"/>
              <a:gd name="connsiteY421" fmla="*/ 2785849 h 3247213"/>
              <a:gd name="connsiteX422" fmla="*/ 690494 w 3147761"/>
              <a:gd name="connsiteY422" fmla="*/ 3009592 h 3247213"/>
              <a:gd name="connsiteX423" fmla="*/ 1002478 w 3147761"/>
              <a:gd name="connsiteY423" fmla="*/ 2969268 h 3247213"/>
              <a:gd name="connsiteX424" fmla="*/ 1016356 w 3147761"/>
              <a:gd name="connsiteY424" fmla="*/ 2968090 h 3247213"/>
              <a:gd name="connsiteX425" fmla="*/ 1023425 w 3147761"/>
              <a:gd name="connsiteY425" fmla="*/ 2980134 h 3247213"/>
              <a:gd name="connsiteX426" fmla="*/ 1127245 w 3147761"/>
              <a:gd name="connsiteY426" fmla="*/ 3184632 h 3247213"/>
              <a:gd name="connsiteX427" fmla="*/ 1397335 w 3147761"/>
              <a:gd name="connsiteY427" fmla="*/ 3187250 h 3247213"/>
              <a:gd name="connsiteX428" fmla="*/ 1493037 w 3147761"/>
              <a:gd name="connsiteY428" fmla="*/ 3027266 h 3247213"/>
              <a:gd name="connsiteX429" fmla="*/ 1493037 w 3147761"/>
              <a:gd name="connsiteY429" fmla="*/ 1952933 h 3247213"/>
              <a:gd name="connsiteX430" fmla="*/ 1519221 w 3147761"/>
              <a:gd name="connsiteY430" fmla="*/ 1952933 h 3247213"/>
              <a:gd name="connsiteX431" fmla="*/ 1519221 w 3147761"/>
              <a:gd name="connsiteY431" fmla="*/ 3027266 h 3247213"/>
              <a:gd name="connsiteX432" fmla="*/ 1410296 w 3147761"/>
              <a:gd name="connsiteY432" fmla="*/ 3210031 h 3247213"/>
              <a:gd name="connsiteX433" fmla="*/ 1264450 w 3147761"/>
              <a:gd name="connsiteY433" fmla="*/ 3246689 h 3247213"/>
              <a:gd name="connsiteX434" fmla="*/ 1113760 w 3147761"/>
              <a:gd name="connsiteY434" fmla="*/ 3207020 h 3247213"/>
              <a:gd name="connsiteX435" fmla="*/ 997634 w 3147761"/>
              <a:gd name="connsiteY435" fmla="*/ 3004879 h 3247213"/>
              <a:gd name="connsiteX436" fmla="*/ 676879 w 3147761"/>
              <a:gd name="connsiteY436" fmla="*/ 3031979 h 3247213"/>
              <a:gd name="connsiteX437" fmla="*/ 564680 w 3147761"/>
              <a:gd name="connsiteY437" fmla="*/ 2792656 h 3247213"/>
              <a:gd name="connsiteX438" fmla="*/ 502493 w 3147761"/>
              <a:gd name="connsiteY438" fmla="*/ 2799202 h 3247213"/>
              <a:gd name="connsiteX439" fmla="*/ 295507 w 3147761"/>
              <a:gd name="connsiteY439" fmla="*/ 2694466 h 3247213"/>
              <a:gd name="connsiteX440" fmla="*/ 274036 w 3147761"/>
              <a:gd name="connsiteY440" fmla="*/ 2460380 h 3247213"/>
              <a:gd name="connsiteX441" fmla="*/ 92318 w 3147761"/>
              <a:gd name="connsiteY441" fmla="*/ 2268319 h 3247213"/>
              <a:gd name="connsiteX442" fmla="*/ 203339 w 3147761"/>
              <a:gd name="connsiteY442" fmla="*/ 2022582 h 3247213"/>
              <a:gd name="connsiteX443" fmla="*/ 74775 w 3147761"/>
              <a:gd name="connsiteY443" fmla="*/ 1880533 h 3247213"/>
              <a:gd name="connsiteX444" fmla="*/ 138795 w 3147761"/>
              <a:gd name="connsiteY444" fmla="*/ 1536605 h 3247213"/>
              <a:gd name="connsiteX445" fmla="*/ 19 w 3147761"/>
              <a:gd name="connsiteY445" fmla="*/ 1233524 h 3247213"/>
              <a:gd name="connsiteX446" fmla="*/ 109862 w 3147761"/>
              <a:gd name="connsiteY446" fmla="*/ 973123 h 3247213"/>
              <a:gd name="connsiteX447" fmla="*/ 368561 w 3147761"/>
              <a:gd name="connsiteY447" fmla="*/ 884359 h 3247213"/>
              <a:gd name="connsiteX448" fmla="*/ 431010 w 3147761"/>
              <a:gd name="connsiteY448" fmla="*/ 594632 h 3247213"/>
              <a:gd name="connsiteX449" fmla="*/ 661954 w 3147761"/>
              <a:gd name="connsiteY449" fmla="*/ 540693 h 3247213"/>
              <a:gd name="connsiteX450" fmla="*/ 743256 w 3147761"/>
              <a:gd name="connsiteY450" fmla="*/ 286182 h 3247213"/>
              <a:gd name="connsiteX451" fmla="*/ 1039397 w 3147761"/>
              <a:gd name="connsiteY451" fmla="*/ 250049 h 3247213"/>
              <a:gd name="connsiteX452" fmla="*/ 1145705 w 3147761"/>
              <a:gd name="connsiteY452" fmla="*/ 32851 h 3247213"/>
              <a:gd name="connsiteX453" fmla="*/ 1269474 w 3147761"/>
              <a:gd name="connsiteY453" fmla="*/ 7 h 324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</a:cxnLst>
            <a:rect l="l" t="t" r="r" b="b"/>
            <a:pathLst>
              <a:path w="3147761" h="3247213">
                <a:moveTo>
                  <a:pt x="1845344" y="2959973"/>
                </a:moveTo>
                <a:cubicBezTo>
                  <a:pt x="1822564" y="2959973"/>
                  <a:pt x="1804104" y="2978433"/>
                  <a:pt x="1804104" y="3001213"/>
                </a:cubicBezTo>
                <a:cubicBezTo>
                  <a:pt x="1804104" y="3023994"/>
                  <a:pt x="1822564" y="3042453"/>
                  <a:pt x="1845344" y="3042453"/>
                </a:cubicBezTo>
                <a:cubicBezTo>
                  <a:pt x="1868125" y="3042453"/>
                  <a:pt x="1886585" y="3023994"/>
                  <a:pt x="1886585" y="3001213"/>
                </a:cubicBezTo>
                <a:cubicBezTo>
                  <a:pt x="1886585" y="2978433"/>
                  <a:pt x="1868125" y="2959973"/>
                  <a:pt x="1845344" y="2959973"/>
                </a:cubicBezTo>
                <a:close/>
                <a:moveTo>
                  <a:pt x="1302417" y="2959973"/>
                </a:moveTo>
                <a:cubicBezTo>
                  <a:pt x="1279637" y="2959973"/>
                  <a:pt x="1261177" y="2978433"/>
                  <a:pt x="1261177" y="3001213"/>
                </a:cubicBezTo>
                <a:cubicBezTo>
                  <a:pt x="1261177" y="3023994"/>
                  <a:pt x="1279637" y="3042453"/>
                  <a:pt x="1302417" y="3042453"/>
                </a:cubicBezTo>
                <a:cubicBezTo>
                  <a:pt x="1325198" y="3042453"/>
                  <a:pt x="1343657" y="3023994"/>
                  <a:pt x="1343657" y="3001213"/>
                </a:cubicBezTo>
                <a:cubicBezTo>
                  <a:pt x="1343657" y="2978433"/>
                  <a:pt x="1325198" y="2959973"/>
                  <a:pt x="1302417" y="2959973"/>
                </a:cubicBezTo>
                <a:close/>
                <a:moveTo>
                  <a:pt x="1845344" y="2575197"/>
                </a:moveTo>
                <a:cubicBezTo>
                  <a:pt x="1822564" y="2575197"/>
                  <a:pt x="1804104" y="2593657"/>
                  <a:pt x="1804104" y="2616437"/>
                </a:cubicBezTo>
                <a:cubicBezTo>
                  <a:pt x="1804104" y="2639218"/>
                  <a:pt x="1822564" y="2657678"/>
                  <a:pt x="1845344" y="2657678"/>
                </a:cubicBezTo>
                <a:cubicBezTo>
                  <a:pt x="1868125" y="2657678"/>
                  <a:pt x="1886585" y="2639218"/>
                  <a:pt x="1886585" y="2616437"/>
                </a:cubicBezTo>
                <a:cubicBezTo>
                  <a:pt x="1886585" y="2593657"/>
                  <a:pt x="1868125" y="2575197"/>
                  <a:pt x="1845344" y="2575197"/>
                </a:cubicBezTo>
                <a:close/>
                <a:moveTo>
                  <a:pt x="1302417" y="2575197"/>
                </a:moveTo>
                <a:cubicBezTo>
                  <a:pt x="1279637" y="2575197"/>
                  <a:pt x="1261177" y="2593657"/>
                  <a:pt x="1261177" y="2616437"/>
                </a:cubicBezTo>
                <a:cubicBezTo>
                  <a:pt x="1261177" y="2639218"/>
                  <a:pt x="1279637" y="2657678"/>
                  <a:pt x="1302417" y="2657678"/>
                </a:cubicBezTo>
                <a:cubicBezTo>
                  <a:pt x="1325198" y="2657678"/>
                  <a:pt x="1343657" y="2639218"/>
                  <a:pt x="1343657" y="2616437"/>
                </a:cubicBezTo>
                <a:cubicBezTo>
                  <a:pt x="1343657" y="2593657"/>
                  <a:pt x="1325198" y="2575197"/>
                  <a:pt x="1302417" y="2575197"/>
                </a:cubicBezTo>
                <a:close/>
                <a:moveTo>
                  <a:pt x="1845344" y="2549013"/>
                </a:moveTo>
                <a:cubicBezTo>
                  <a:pt x="1882526" y="2549013"/>
                  <a:pt x="1912768" y="2579256"/>
                  <a:pt x="1912768" y="2616437"/>
                </a:cubicBezTo>
                <a:cubicBezTo>
                  <a:pt x="1912768" y="2649168"/>
                  <a:pt x="1889334" y="2676399"/>
                  <a:pt x="1858437" y="2682552"/>
                </a:cubicBezTo>
                <a:lnTo>
                  <a:pt x="1858437" y="2935098"/>
                </a:lnTo>
                <a:cubicBezTo>
                  <a:pt x="1889334" y="2941120"/>
                  <a:pt x="1912768" y="2968483"/>
                  <a:pt x="1912768" y="3001082"/>
                </a:cubicBezTo>
                <a:cubicBezTo>
                  <a:pt x="1912768" y="3038264"/>
                  <a:pt x="1882526" y="3068506"/>
                  <a:pt x="1845344" y="3068506"/>
                </a:cubicBezTo>
                <a:cubicBezTo>
                  <a:pt x="1808163" y="3068506"/>
                  <a:pt x="1777920" y="3038264"/>
                  <a:pt x="1777920" y="3001082"/>
                </a:cubicBezTo>
                <a:cubicBezTo>
                  <a:pt x="1777920" y="2968352"/>
                  <a:pt x="1801355" y="2941120"/>
                  <a:pt x="1832253" y="2934967"/>
                </a:cubicBezTo>
                <a:lnTo>
                  <a:pt x="1832253" y="2682552"/>
                </a:lnTo>
                <a:cubicBezTo>
                  <a:pt x="1801355" y="2676399"/>
                  <a:pt x="1777920" y="2649168"/>
                  <a:pt x="1777920" y="2616437"/>
                </a:cubicBezTo>
                <a:cubicBezTo>
                  <a:pt x="1777920" y="2579256"/>
                  <a:pt x="1808163" y="2549013"/>
                  <a:pt x="1845344" y="2549013"/>
                </a:cubicBezTo>
                <a:close/>
                <a:moveTo>
                  <a:pt x="1302417" y="2549013"/>
                </a:moveTo>
                <a:cubicBezTo>
                  <a:pt x="1339599" y="2549013"/>
                  <a:pt x="1369841" y="2579256"/>
                  <a:pt x="1369841" y="2616437"/>
                </a:cubicBezTo>
                <a:cubicBezTo>
                  <a:pt x="1369841" y="2649168"/>
                  <a:pt x="1346406" y="2676399"/>
                  <a:pt x="1315510" y="2682552"/>
                </a:cubicBezTo>
                <a:lnTo>
                  <a:pt x="1315510" y="2935098"/>
                </a:lnTo>
                <a:cubicBezTo>
                  <a:pt x="1346406" y="2941120"/>
                  <a:pt x="1369841" y="2968483"/>
                  <a:pt x="1369841" y="3001082"/>
                </a:cubicBezTo>
                <a:cubicBezTo>
                  <a:pt x="1369841" y="3038264"/>
                  <a:pt x="1339599" y="3068506"/>
                  <a:pt x="1302417" y="3068506"/>
                </a:cubicBezTo>
                <a:cubicBezTo>
                  <a:pt x="1265236" y="3068506"/>
                  <a:pt x="1234993" y="3038264"/>
                  <a:pt x="1234993" y="3001082"/>
                </a:cubicBezTo>
                <a:cubicBezTo>
                  <a:pt x="1234993" y="2968352"/>
                  <a:pt x="1258428" y="2941120"/>
                  <a:pt x="1289326" y="2934967"/>
                </a:cubicBezTo>
                <a:lnTo>
                  <a:pt x="1289326" y="2682552"/>
                </a:lnTo>
                <a:cubicBezTo>
                  <a:pt x="1258428" y="2676399"/>
                  <a:pt x="1234993" y="2649168"/>
                  <a:pt x="1234993" y="2616437"/>
                </a:cubicBezTo>
                <a:cubicBezTo>
                  <a:pt x="1234993" y="2579256"/>
                  <a:pt x="1265236" y="2549013"/>
                  <a:pt x="1302417" y="2549013"/>
                </a:cubicBezTo>
                <a:close/>
                <a:moveTo>
                  <a:pt x="2546424" y="2459595"/>
                </a:moveTo>
                <a:cubicBezTo>
                  <a:pt x="2523644" y="2459595"/>
                  <a:pt x="2505183" y="2478054"/>
                  <a:pt x="2505183" y="2500834"/>
                </a:cubicBezTo>
                <a:cubicBezTo>
                  <a:pt x="2505183" y="2523614"/>
                  <a:pt x="2523644" y="2542074"/>
                  <a:pt x="2546424" y="2542074"/>
                </a:cubicBezTo>
                <a:cubicBezTo>
                  <a:pt x="2569204" y="2542074"/>
                  <a:pt x="2587664" y="2523614"/>
                  <a:pt x="2587664" y="2500834"/>
                </a:cubicBezTo>
                <a:cubicBezTo>
                  <a:pt x="2587664" y="2478054"/>
                  <a:pt x="2569204" y="2459595"/>
                  <a:pt x="2546424" y="2459595"/>
                </a:cubicBezTo>
                <a:close/>
                <a:moveTo>
                  <a:pt x="601337" y="2459595"/>
                </a:moveTo>
                <a:cubicBezTo>
                  <a:pt x="578557" y="2459595"/>
                  <a:pt x="560097" y="2478054"/>
                  <a:pt x="560097" y="2500834"/>
                </a:cubicBezTo>
                <a:cubicBezTo>
                  <a:pt x="560097" y="2523614"/>
                  <a:pt x="578557" y="2542074"/>
                  <a:pt x="601337" y="2542074"/>
                </a:cubicBezTo>
                <a:cubicBezTo>
                  <a:pt x="624117" y="2542074"/>
                  <a:pt x="642577" y="2523614"/>
                  <a:pt x="642577" y="2500834"/>
                </a:cubicBezTo>
                <a:cubicBezTo>
                  <a:pt x="642577" y="2478054"/>
                  <a:pt x="624117" y="2459595"/>
                  <a:pt x="601337" y="2459595"/>
                </a:cubicBezTo>
                <a:close/>
                <a:moveTo>
                  <a:pt x="839089" y="2329591"/>
                </a:moveTo>
                <a:cubicBezTo>
                  <a:pt x="816309" y="2329591"/>
                  <a:pt x="797849" y="2348051"/>
                  <a:pt x="797849" y="2370831"/>
                </a:cubicBezTo>
                <a:cubicBezTo>
                  <a:pt x="797849" y="2393612"/>
                  <a:pt x="816309" y="2412071"/>
                  <a:pt x="839089" y="2412071"/>
                </a:cubicBezTo>
                <a:cubicBezTo>
                  <a:pt x="861738" y="2412071"/>
                  <a:pt x="880329" y="2393612"/>
                  <a:pt x="880329" y="2370831"/>
                </a:cubicBezTo>
                <a:cubicBezTo>
                  <a:pt x="880329" y="2348051"/>
                  <a:pt x="861869" y="2329591"/>
                  <a:pt x="839089" y="2329591"/>
                </a:cubicBezTo>
                <a:close/>
                <a:moveTo>
                  <a:pt x="2308672" y="2329590"/>
                </a:moveTo>
                <a:cubicBezTo>
                  <a:pt x="2285892" y="2329590"/>
                  <a:pt x="2267433" y="2348050"/>
                  <a:pt x="2267433" y="2370830"/>
                </a:cubicBezTo>
                <a:cubicBezTo>
                  <a:pt x="2267433" y="2393610"/>
                  <a:pt x="2285892" y="2412070"/>
                  <a:pt x="2308672" y="2412070"/>
                </a:cubicBezTo>
                <a:cubicBezTo>
                  <a:pt x="2331452" y="2412070"/>
                  <a:pt x="2349912" y="2393610"/>
                  <a:pt x="2349912" y="2370830"/>
                </a:cubicBezTo>
                <a:cubicBezTo>
                  <a:pt x="2349912" y="2348050"/>
                  <a:pt x="2331452" y="2329590"/>
                  <a:pt x="2308672" y="2329590"/>
                </a:cubicBezTo>
                <a:close/>
                <a:moveTo>
                  <a:pt x="1129471" y="2039209"/>
                </a:moveTo>
                <a:cubicBezTo>
                  <a:pt x="1106691" y="2039209"/>
                  <a:pt x="1088232" y="2057669"/>
                  <a:pt x="1088232" y="2080449"/>
                </a:cubicBezTo>
                <a:cubicBezTo>
                  <a:pt x="1088232" y="2103229"/>
                  <a:pt x="1106691" y="2121689"/>
                  <a:pt x="1129471" y="2121689"/>
                </a:cubicBezTo>
                <a:cubicBezTo>
                  <a:pt x="1152251" y="2121689"/>
                  <a:pt x="1170711" y="2103229"/>
                  <a:pt x="1170711" y="2080449"/>
                </a:cubicBezTo>
                <a:cubicBezTo>
                  <a:pt x="1170711" y="2057669"/>
                  <a:pt x="1152251" y="2039209"/>
                  <a:pt x="1129471" y="2039209"/>
                </a:cubicBezTo>
                <a:close/>
                <a:moveTo>
                  <a:pt x="2018160" y="2039208"/>
                </a:moveTo>
                <a:cubicBezTo>
                  <a:pt x="1995379" y="2039208"/>
                  <a:pt x="1976919" y="2057668"/>
                  <a:pt x="1976919" y="2080448"/>
                </a:cubicBezTo>
                <a:cubicBezTo>
                  <a:pt x="1976919" y="2103098"/>
                  <a:pt x="1995379" y="2121689"/>
                  <a:pt x="2018160" y="2121689"/>
                </a:cubicBezTo>
                <a:cubicBezTo>
                  <a:pt x="2040940" y="2121689"/>
                  <a:pt x="2059399" y="2103229"/>
                  <a:pt x="2059399" y="2080448"/>
                </a:cubicBezTo>
                <a:cubicBezTo>
                  <a:pt x="2059399" y="2057668"/>
                  <a:pt x="2040940" y="2039208"/>
                  <a:pt x="2018160" y="2039208"/>
                </a:cubicBezTo>
                <a:close/>
                <a:moveTo>
                  <a:pt x="2018290" y="2013024"/>
                </a:moveTo>
                <a:cubicBezTo>
                  <a:pt x="2055472" y="2013024"/>
                  <a:pt x="2085714" y="2043267"/>
                  <a:pt x="2085714" y="2080448"/>
                </a:cubicBezTo>
                <a:cubicBezTo>
                  <a:pt x="2085714" y="2094326"/>
                  <a:pt x="2081525" y="2107156"/>
                  <a:pt x="2074325" y="2117891"/>
                </a:cubicBezTo>
                <a:lnTo>
                  <a:pt x="2271229" y="2314796"/>
                </a:lnTo>
                <a:cubicBezTo>
                  <a:pt x="2281965" y="2307596"/>
                  <a:pt x="2294794" y="2303406"/>
                  <a:pt x="2308672" y="2303406"/>
                </a:cubicBezTo>
                <a:cubicBezTo>
                  <a:pt x="2345854" y="2303406"/>
                  <a:pt x="2376096" y="2333649"/>
                  <a:pt x="2376096" y="2370830"/>
                </a:cubicBezTo>
                <a:cubicBezTo>
                  <a:pt x="2376096" y="2408012"/>
                  <a:pt x="2345854" y="2438254"/>
                  <a:pt x="2308672" y="2438254"/>
                </a:cubicBezTo>
                <a:cubicBezTo>
                  <a:pt x="2271491" y="2438254"/>
                  <a:pt x="2241248" y="2408012"/>
                  <a:pt x="2241248" y="2370830"/>
                </a:cubicBezTo>
                <a:cubicBezTo>
                  <a:pt x="2241248" y="2356952"/>
                  <a:pt x="2245438" y="2344122"/>
                  <a:pt x="2252638" y="2333387"/>
                </a:cubicBezTo>
                <a:lnTo>
                  <a:pt x="2055733" y="2136482"/>
                </a:lnTo>
                <a:cubicBezTo>
                  <a:pt x="2044998" y="2143683"/>
                  <a:pt x="2032168" y="2147872"/>
                  <a:pt x="2018290" y="2147872"/>
                </a:cubicBezTo>
                <a:cubicBezTo>
                  <a:pt x="1981109" y="2147872"/>
                  <a:pt x="1950866" y="2117630"/>
                  <a:pt x="1950866" y="2080448"/>
                </a:cubicBezTo>
                <a:cubicBezTo>
                  <a:pt x="1950866" y="2043267"/>
                  <a:pt x="1981109" y="2013024"/>
                  <a:pt x="2018290" y="2013024"/>
                </a:cubicBezTo>
                <a:close/>
                <a:moveTo>
                  <a:pt x="1129471" y="2012894"/>
                </a:moveTo>
                <a:cubicBezTo>
                  <a:pt x="1166653" y="2012894"/>
                  <a:pt x="1196895" y="2043137"/>
                  <a:pt x="1196895" y="2080318"/>
                </a:cubicBezTo>
                <a:cubicBezTo>
                  <a:pt x="1196895" y="2117500"/>
                  <a:pt x="1166653" y="2147742"/>
                  <a:pt x="1129471" y="2147742"/>
                </a:cubicBezTo>
                <a:cubicBezTo>
                  <a:pt x="1115593" y="2147742"/>
                  <a:pt x="1102764" y="2143553"/>
                  <a:pt x="1092028" y="2136352"/>
                </a:cubicBezTo>
                <a:lnTo>
                  <a:pt x="895123" y="2333257"/>
                </a:lnTo>
                <a:cubicBezTo>
                  <a:pt x="902324" y="2343992"/>
                  <a:pt x="906513" y="2356822"/>
                  <a:pt x="906513" y="2370700"/>
                </a:cubicBezTo>
                <a:cubicBezTo>
                  <a:pt x="906513" y="2407882"/>
                  <a:pt x="876270" y="2438124"/>
                  <a:pt x="839089" y="2438124"/>
                </a:cubicBezTo>
                <a:cubicBezTo>
                  <a:pt x="801907" y="2438124"/>
                  <a:pt x="771665" y="2407882"/>
                  <a:pt x="771665" y="2370700"/>
                </a:cubicBezTo>
                <a:cubicBezTo>
                  <a:pt x="771665" y="2333519"/>
                  <a:pt x="801907" y="2303276"/>
                  <a:pt x="839089" y="2303276"/>
                </a:cubicBezTo>
                <a:cubicBezTo>
                  <a:pt x="852967" y="2303276"/>
                  <a:pt x="865796" y="2307466"/>
                  <a:pt x="876532" y="2314666"/>
                </a:cubicBezTo>
                <a:lnTo>
                  <a:pt x="1073437" y="2117761"/>
                </a:lnTo>
                <a:cubicBezTo>
                  <a:pt x="1066237" y="2107026"/>
                  <a:pt x="1062047" y="2094196"/>
                  <a:pt x="1062047" y="2080318"/>
                </a:cubicBezTo>
                <a:cubicBezTo>
                  <a:pt x="1062047" y="2043137"/>
                  <a:pt x="1092290" y="2012894"/>
                  <a:pt x="1129471" y="2012894"/>
                </a:cubicBezTo>
                <a:close/>
                <a:moveTo>
                  <a:pt x="2767811" y="1859325"/>
                </a:moveTo>
                <a:cubicBezTo>
                  <a:pt x="2745031" y="1859325"/>
                  <a:pt x="2726571" y="1877784"/>
                  <a:pt x="2726571" y="1900564"/>
                </a:cubicBezTo>
                <a:cubicBezTo>
                  <a:pt x="2726571" y="1923344"/>
                  <a:pt x="2745031" y="1941804"/>
                  <a:pt x="2767811" y="1941804"/>
                </a:cubicBezTo>
                <a:cubicBezTo>
                  <a:pt x="2790592" y="1941804"/>
                  <a:pt x="2809052" y="1923344"/>
                  <a:pt x="2809052" y="1900564"/>
                </a:cubicBezTo>
                <a:cubicBezTo>
                  <a:pt x="2809052" y="1877784"/>
                  <a:pt x="2790592" y="1859325"/>
                  <a:pt x="2767811" y="1859325"/>
                </a:cubicBezTo>
                <a:close/>
                <a:moveTo>
                  <a:pt x="365615" y="1859325"/>
                </a:moveTo>
                <a:cubicBezTo>
                  <a:pt x="342834" y="1859325"/>
                  <a:pt x="324374" y="1877784"/>
                  <a:pt x="324374" y="1900564"/>
                </a:cubicBezTo>
                <a:cubicBezTo>
                  <a:pt x="324374" y="1923344"/>
                  <a:pt x="342834" y="1941804"/>
                  <a:pt x="365615" y="1941804"/>
                </a:cubicBezTo>
                <a:cubicBezTo>
                  <a:pt x="388395" y="1941804"/>
                  <a:pt x="406855" y="1923344"/>
                  <a:pt x="406855" y="1900564"/>
                </a:cubicBezTo>
                <a:cubicBezTo>
                  <a:pt x="406855" y="1877784"/>
                  <a:pt x="388395" y="1859325"/>
                  <a:pt x="365615" y="1859325"/>
                </a:cubicBezTo>
                <a:close/>
                <a:moveTo>
                  <a:pt x="1950866" y="1850290"/>
                </a:moveTo>
                <a:lnTo>
                  <a:pt x="2274240" y="1850290"/>
                </a:lnTo>
                <a:cubicBezTo>
                  <a:pt x="2277775" y="1850290"/>
                  <a:pt x="2281048" y="1851599"/>
                  <a:pt x="2283535" y="1854087"/>
                </a:cubicBezTo>
                <a:lnTo>
                  <a:pt x="2555719" y="2126271"/>
                </a:lnTo>
                <a:cubicBezTo>
                  <a:pt x="2558076" y="2128758"/>
                  <a:pt x="2559516" y="2132031"/>
                  <a:pt x="2559516" y="2135566"/>
                </a:cubicBezTo>
                <a:lnTo>
                  <a:pt x="2559516" y="2434719"/>
                </a:lnTo>
                <a:cubicBezTo>
                  <a:pt x="2590413" y="2440742"/>
                  <a:pt x="2613848" y="2468104"/>
                  <a:pt x="2613978" y="2500834"/>
                </a:cubicBezTo>
                <a:cubicBezTo>
                  <a:pt x="2613978" y="2538016"/>
                  <a:pt x="2583736" y="2568258"/>
                  <a:pt x="2546554" y="2568258"/>
                </a:cubicBezTo>
                <a:cubicBezTo>
                  <a:pt x="2509373" y="2568258"/>
                  <a:pt x="2479130" y="2538016"/>
                  <a:pt x="2479130" y="2500834"/>
                </a:cubicBezTo>
                <a:cubicBezTo>
                  <a:pt x="2479130" y="2468104"/>
                  <a:pt x="2502565" y="2440873"/>
                  <a:pt x="2533463" y="2434719"/>
                </a:cubicBezTo>
                <a:lnTo>
                  <a:pt x="2533463" y="2141064"/>
                </a:lnTo>
                <a:lnTo>
                  <a:pt x="2268872" y="1876474"/>
                </a:lnTo>
                <a:lnTo>
                  <a:pt x="1950866" y="1876474"/>
                </a:lnTo>
                <a:close/>
                <a:moveTo>
                  <a:pt x="873521" y="1850290"/>
                </a:moveTo>
                <a:lnTo>
                  <a:pt x="1197026" y="1850290"/>
                </a:lnTo>
                <a:lnTo>
                  <a:pt x="1197026" y="1876474"/>
                </a:lnTo>
                <a:lnTo>
                  <a:pt x="879019" y="1876474"/>
                </a:lnTo>
                <a:lnTo>
                  <a:pt x="614429" y="2141064"/>
                </a:lnTo>
                <a:lnTo>
                  <a:pt x="614429" y="2434719"/>
                </a:lnTo>
                <a:cubicBezTo>
                  <a:pt x="645327" y="2440873"/>
                  <a:pt x="668761" y="2468104"/>
                  <a:pt x="668761" y="2500834"/>
                </a:cubicBezTo>
                <a:cubicBezTo>
                  <a:pt x="668761" y="2538016"/>
                  <a:pt x="638518" y="2568258"/>
                  <a:pt x="601337" y="2568258"/>
                </a:cubicBezTo>
                <a:cubicBezTo>
                  <a:pt x="564155" y="2568258"/>
                  <a:pt x="533913" y="2538016"/>
                  <a:pt x="533913" y="2500834"/>
                </a:cubicBezTo>
                <a:cubicBezTo>
                  <a:pt x="533913" y="2468104"/>
                  <a:pt x="557348" y="2440873"/>
                  <a:pt x="588245" y="2434719"/>
                </a:cubicBezTo>
                <a:lnTo>
                  <a:pt x="588245" y="2135566"/>
                </a:lnTo>
                <a:cubicBezTo>
                  <a:pt x="588245" y="2132031"/>
                  <a:pt x="589554" y="2128758"/>
                  <a:pt x="592042" y="2126271"/>
                </a:cubicBezTo>
                <a:lnTo>
                  <a:pt x="864225" y="1854087"/>
                </a:lnTo>
                <a:cubicBezTo>
                  <a:pt x="866713" y="1851730"/>
                  <a:pt x="869986" y="1850290"/>
                  <a:pt x="873521" y="1850290"/>
                </a:cubicBezTo>
                <a:close/>
                <a:moveTo>
                  <a:pt x="1970505" y="1685462"/>
                </a:moveTo>
                <a:lnTo>
                  <a:pt x="2565801" y="1685462"/>
                </a:lnTo>
                <a:cubicBezTo>
                  <a:pt x="2569336" y="1685462"/>
                  <a:pt x="2572609" y="1686771"/>
                  <a:pt x="2575096" y="1689259"/>
                </a:cubicBezTo>
                <a:lnTo>
                  <a:pt x="2730368" y="1844530"/>
                </a:lnTo>
                <a:cubicBezTo>
                  <a:pt x="2741103" y="1837330"/>
                  <a:pt x="2753934" y="1833140"/>
                  <a:pt x="2767811" y="1833140"/>
                </a:cubicBezTo>
                <a:cubicBezTo>
                  <a:pt x="2804992" y="1833140"/>
                  <a:pt x="2835236" y="1863383"/>
                  <a:pt x="2835366" y="1900564"/>
                </a:cubicBezTo>
                <a:cubicBezTo>
                  <a:pt x="2835366" y="1937746"/>
                  <a:pt x="2805124" y="1967988"/>
                  <a:pt x="2767942" y="1967988"/>
                </a:cubicBezTo>
                <a:cubicBezTo>
                  <a:pt x="2730761" y="1967988"/>
                  <a:pt x="2700518" y="1937746"/>
                  <a:pt x="2700518" y="1900564"/>
                </a:cubicBezTo>
                <a:cubicBezTo>
                  <a:pt x="2700518" y="1886686"/>
                  <a:pt x="2704707" y="1873857"/>
                  <a:pt x="2711908" y="1863121"/>
                </a:cubicBezTo>
                <a:lnTo>
                  <a:pt x="2560433" y="1711646"/>
                </a:lnTo>
                <a:lnTo>
                  <a:pt x="1970505" y="1711646"/>
                </a:lnTo>
                <a:close/>
                <a:moveTo>
                  <a:pt x="567625" y="1685462"/>
                </a:moveTo>
                <a:lnTo>
                  <a:pt x="1162921" y="1685462"/>
                </a:lnTo>
                <a:lnTo>
                  <a:pt x="1162921" y="1711646"/>
                </a:lnTo>
                <a:lnTo>
                  <a:pt x="572993" y="1711646"/>
                </a:lnTo>
                <a:lnTo>
                  <a:pt x="421518" y="1863121"/>
                </a:lnTo>
                <a:cubicBezTo>
                  <a:pt x="428719" y="1873857"/>
                  <a:pt x="432908" y="1886686"/>
                  <a:pt x="432908" y="1900564"/>
                </a:cubicBezTo>
                <a:cubicBezTo>
                  <a:pt x="432908" y="1937746"/>
                  <a:pt x="402665" y="1967988"/>
                  <a:pt x="365484" y="1967988"/>
                </a:cubicBezTo>
                <a:cubicBezTo>
                  <a:pt x="328302" y="1967988"/>
                  <a:pt x="298060" y="1937746"/>
                  <a:pt x="298060" y="1900564"/>
                </a:cubicBezTo>
                <a:cubicBezTo>
                  <a:pt x="298190" y="1863383"/>
                  <a:pt x="328434" y="1833140"/>
                  <a:pt x="365615" y="1833140"/>
                </a:cubicBezTo>
                <a:cubicBezTo>
                  <a:pt x="379492" y="1833140"/>
                  <a:pt x="392323" y="1837330"/>
                  <a:pt x="403058" y="1844530"/>
                </a:cubicBezTo>
                <a:lnTo>
                  <a:pt x="558330" y="1689259"/>
                </a:lnTo>
                <a:cubicBezTo>
                  <a:pt x="560817" y="1686771"/>
                  <a:pt x="564090" y="1685462"/>
                  <a:pt x="567625" y="1685462"/>
                </a:cubicBezTo>
                <a:close/>
                <a:moveTo>
                  <a:pt x="2671453" y="1490259"/>
                </a:moveTo>
                <a:cubicBezTo>
                  <a:pt x="2648673" y="1490259"/>
                  <a:pt x="2630214" y="1508719"/>
                  <a:pt x="2630214" y="1531499"/>
                </a:cubicBezTo>
                <a:cubicBezTo>
                  <a:pt x="2630214" y="1554279"/>
                  <a:pt x="2648673" y="1572739"/>
                  <a:pt x="2671453" y="1572739"/>
                </a:cubicBezTo>
                <a:cubicBezTo>
                  <a:pt x="2694233" y="1572739"/>
                  <a:pt x="2712824" y="1554149"/>
                  <a:pt x="2712693" y="1531499"/>
                </a:cubicBezTo>
                <a:cubicBezTo>
                  <a:pt x="2712693" y="1508719"/>
                  <a:pt x="2694233" y="1490259"/>
                  <a:pt x="2671453" y="1490259"/>
                </a:cubicBezTo>
                <a:close/>
                <a:moveTo>
                  <a:pt x="2227894" y="1490259"/>
                </a:moveTo>
                <a:cubicBezTo>
                  <a:pt x="2205114" y="1490259"/>
                  <a:pt x="2186654" y="1508719"/>
                  <a:pt x="2186654" y="1531499"/>
                </a:cubicBezTo>
                <a:cubicBezTo>
                  <a:pt x="2186654" y="1554279"/>
                  <a:pt x="2205114" y="1572739"/>
                  <a:pt x="2227894" y="1572739"/>
                </a:cubicBezTo>
                <a:cubicBezTo>
                  <a:pt x="2250675" y="1572739"/>
                  <a:pt x="2269135" y="1554149"/>
                  <a:pt x="2269135" y="1531499"/>
                </a:cubicBezTo>
                <a:cubicBezTo>
                  <a:pt x="2269135" y="1508719"/>
                  <a:pt x="2250675" y="1490259"/>
                  <a:pt x="2227894" y="1490259"/>
                </a:cubicBezTo>
                <a:close/>
                <a:moveTo>
                  <a:pt x="919868" y="1490259"/>
                </a:moveTo>
                <a:cubicBezTo>
                  <a:pt x="897087" y="1490259"/>
                  <a:pt x="878628" y="1508719"/>
                  <a:pt x="878628" y="1531499"/>
                </a:cubicBezTo>
                <a:cubicBezTo>
                  <a:pt x="878628" y="1554279"/>
                  <a:pt x="897087" y="1572739"/>
                  <a:pt x="919868" y="1572739"/>
                </a:cubicBezTo>
                <a:cubicBezTo>
                  <a:pt x="942517" y="1572739"/>
                  <a:pt x="961108" y="1554149"/>
                  <a:pt x="961108" y="1531499"/>
                </a:cubicBezTo>
                <a:cubicBezTo>
                  <a:pt x="961108" y="1508719"/>
                  <a:pt x="942649" y="1490259"/>
                  <a:pt x="919868" y="1490259"/>
                </a:cubicBezTo>
                <a:close/>
                <a:moveTo>
                  <a:pt x="476178" y="1490259"/>
                </a:moveTo>
                <a:cubicBezTo>
                  <a:pt x="453398" y="1490259"/>
                  <a:pt x="434938" y="1508719"/>
                  <a:pt x="434938" y="1531499"/>
                </a:cubicBezTo>
                <a:cubicBezTo>
                  <a:pt x="434938" y="1554279"/>
                  <a:pt x="453398" y="1572739"/>
                  <a:pt x="476178" y="1572739"/>
                </a:cubicBezTo>
                <a:cubicBezTo>
                  <a:pt x="498958" y="1572739"/>
                  <a:pt x="517418" y="1554149"/>
                  <a:pt x="517418" y="1531499"/>
                </a:cubicBezTo>
                <a:cubicBezTo>
                  <a:pt x="517418" y="1508719"/>
                  <a:pt x="498958" y="1490259"/>
                  <a:pt x="476178" y="1490259"/>
                </a:cubicBezTo>
                <a:close/>
                <a:moveTo>
                  <a:pt x="2227894" y="1463944"/>
                </a:moveTo>
                <a:cubicBezTo>
                  <a:pt x="2260625" y="1463944"/>
                  <a:pt x="2287856" y="1487379"/>
                  <a:pt x="2294009" y="1518276"/>
                </a:cubicBezTo>
                <a:lnTo>
                  <a:pt x="2605338" y="1518276"/>
                </a:lnTo>
                <a:cubicBezTo>
                  <a:pt x="2611492" y="1487379"/>
                  <a:pt x="2638723" y="1463944"/>
                  <a:pt x="2671453" y="1463944"/>
                </a:cubicBezTo>
                <a:cubicBezTo>
                  <a:pt x="2708635" y="1463944"/>
                  <a:pt x="2738877" y="1494187"/>
                  <a:pt x="2738877" y="1531368"/>
                </a:cubicBezTo>
                <a:cubicBezTo>
                  <a:pt x="2738877" y="1568550"/>
                  <a:pt x="2708635" y="1598792"/>
                  <a:pt x="2671453" y="1598792"/>
                </a:cubicBezTo>
                <a:cubicBezTo>
                  <a:pt x="2638723" y="1598792"/>
                  <a:pt x="2611492" y="1575358"/>
                  <a:pt x="2605338" y="1544461"/>
                </a:cubicBezTo>
                <a:lnTo>
                  <a:pt x="2294009" y="1544461"/>
                </a:lnTo>
                <a:cubicBezTo>
                  <a:pt x="2287856" y="1575358"/>
                  <a:pt x="2260625" y="1598792"/>
                  <a:pt x="2227894" y="1598792"/>
                </a:cubicBezTo>
                <a:cubicBezTo>
                  <a:pt x="2190713" y="1598792"/>
                  <a:pt x="2160470" y="1568550"/>
                  <a:pt x="2160470" y="1531368"/>
                </a:cubicBezTo>
                <a:cubicBezTo>
                  <a:pt x="2160470" y="1494187"/>
                  <a:pt x="2190713" y="1463944"/>
                  <a:pt x="2227894" y="1463944"/>
                </a:cubicBezTo>
                <a:close/>
                <a:moveTo>
                  <a:pt x="476178" y="1463944"/>
                </a:moveTo>
                <a:cubicBezTo>
                  <a:pt x="508908" y="1463944"/>
                  <a:pt x="536140" y="1487379"/>
                  <a:pt x="542293" y="1518276"/>
                </a:cubicBezTo>
                <a:lnTo>
                  <a:pt x="853752" y="1518276"/>
                </a:lnTo>
                <a:cubicBezTo>
                  <a:pt x="859906" y="1487379"/>
                  <a:pt x="887137" y="1463944"/>
                  <a:pt x="919868" y="1463944"/>
                </a:cubicBezTo>
                <a:cubicBezTo>
                  <a:pt x="957049" y="1463944"/>
                  <a:pt x="987161" y="1494187"/>
                  <a:pt x="987161" y="1531368"/>
                </a:cubicBezTo>
                <a:cubicBezTo>
                  <a:pt x="987161" y="1568550"/>
                  <a:pt x="956919" y="1598792"/>
                  <a:pt x="919737" y="1598792"/>
                </a:cubicBezTo>
                <a:cubicBezTo>
                  <a:pt x="887007" y="1598792"/>
                  <a:pt x="859776" y="1575358"/>
                  <a:pt x="853622" y="1544461"/>
                </a:cubicBezTo>
                <a:lnTo>
                  <a:pt x="542293" y="1544461"/>
                </a:lnTo>
                <a:cubicBezTo>
                  <a:pt x="536140" y="1575358"/>
                  <a:pt x="508908" y="1598792"/>
                  <a:pt x="476178" y="1598792"/>
                </a:cubicBezTo>
                <a:cubicBezTo>
                  <a:pt x="438996" y="1598792"/>
                  <a:pt x="408754" y="1568550"/>
                  <a:pt x="408754" y="1531368"/>
                </a:cubicBezTo>
                <a:cubicBezTo>
                  <a:pt x="408754" y="1494187"/>
                  <a:pt x="438996" y="1463944"/>
                  <a:pt x="476178" y="1463944"/>
                </a:cubicBezTo>
                <a:close/>
                <a:moveTo>
                  <a:pt x="2841472" y="1136511"/>
                </a:moveTo>
                <a:cubicBezTo>
                  <a:pt x="2818692" y="1136511"/>
                  <a:pt x="2800233" y="1154971"/>
                  <a:pt x="2800233" y="1177751"/>
                </a:cubicBezTo>
                <a:cubicBezTo>
                  <a:pt x="2800233" y="1200532"/>
                  <a:pt x="2818692" y="1218992"/>
                  <a:pt x="2841472" y="1218992"/>
                </a:cubicBezTo>
                <a:cubicBezTo>
                  <a:pt x="2864252" y="1218992"/>
                  <a:pt x="2882712" y="1200532"/>
                  <a:pt x="2882712" y="1177751"/>
                </a:cubicBezTo>
                <a:cubicBezTo>
                  <a:pt x="2882712" y="1154971"/>
                  <a:pt x="2864252" y="1136511"/>
                  <a:pt x="2841472" y="1136511"/>
                </a:cubicBezTo>
                <a:close/>
                <a:moveTo>
                  <a:pt x="317502" y="1136511"/>
                </a:moveTo>
                <a:cubicBezTo>
                  <a:pt x="294722" y="1136511"/>
                  <a:pt x="276262" y="1154971"/>
                  <a:pt x="276262" y="1177751"/>
                </a:cubicBezTo>
                <a:cubicBezTo>
                  <a:pt x="276262" y="1200532"/>
                  <a:pt x="294722" y="1218992"/>
                  <a:pt x="317502" y="1218992"/>
                </a:cubicBezTo>
                <a:cubicBezTo>
                  <a:pt x="340282" y="1218992"/>
                  <a:pt x="358741" y="1200532"/>
                  <a:pt x="358741" y="1177751"/>
                </a:cubicBezTo>
                <a:cubicBezTo>
                  <a:pt x="358741" y="1154971"/>
                  <a:pt x="340282" y="1136511"/>
                  <a:pt x="317502" y="1136511"/>
                </a:cubicBezTo>
                <a:close/>
                <a:moveTo>
                  <a:pt x="2841472" y="1110327"/>
                </a:moveTo>
                <a:cubicBezTo>
                  <a:pt x="2878654" y="1110327"/>
                  <a:pt x="2908896" y="1140570"/>
                  <a:pt x="2908896" y="1177751"/>
                </a:cubicBezTo>
                <a:cubicBezTo>
                  <a:pt x="2908896" y="1214933"/>
                  <a:pt x="2878654" y="1245175"/>
                  <a:pt x="2841472" y="1245175"/>
                </a:cubicBezTo>
                <a:cubicBezTo>
                  <a:pt x="2827594" y="1245175"/>
                  <a:pt x="2814765" y="1240986"/>
                  <a:pt x="2804029" y="1233786"/>
                </a:cubicBezTo>
                <a:lnTo>
                  <a:pt x="2671799" y="1366016"/>
                </a:lnTo>
                <a:cubicBezTo>
                  <a:pt x="2669312" y="1368503"/>
                  <a:pt x="2666039" y="1369812"/>
                  <a:pt x="2662503" y="1369812"/>
                </a:cubicBezTo>
                <a:lnTo>
                  <a:pt x="1981717" y="1369812"/>
                </a:lnTo>
                <a:lnTo>
                  <a:pt x="1981717" y="1343628"/>
                </a:lnTo>
                <a:lnTo>
                  <a:pt x="2657005" y="1343628"/>
                </a:lnTo>
                <a:lnTo>
                  <a:pt x="2785438" y="1215194"/>
                </a:lnTo>
                <a:cubicBezTo>
                  <a:pt x="2778237" y="1204459"/>
                  <a:pt x="2774049" y="1191629"/>
                  <a:pt x="2774049" y="1177751"/>
                </a:cubicBezTo>
                <a:cubicBezTo>
                  <a:pt x="2774049" y="1140570"/>
                  <a:pt x="2804291" y="1110327"/>
                  <a:pt x="2841472" y="1110327"/>
                </a:cubicBezTo>
                <a:close/>
                <a:moveTo>
                  <a:pt x="317502" y="1110327"/>
                </a:moveTo>
                <a:cubicBezTo>
                  <a:pt x="354683" y="1110327"/>
                  <a:pt x="384925" y="1140570"/>
                  <a:pt x="384925" y="1177751"/>
                </a:cubicBezTo>
                <a:cubicBezTo>
                  <a:pt x="384925" y="1191629"/>
                  <a:pt x="380737" y="1204459"/>
                  <a:pt x="373536" y="1215194"/>
                </a:cubicBezTo>
                <a:lnTo>
                  <a:pt x="501969" y="1343628"/>
                </a:lnTo>
                <a:lnTo>
                  <a:pt x="1177257" y="1343628"/>
                </a:lnTo>
                <a:lnTo>
                  <a:pt x="1177257" y="1369812"/>
                </a:lnTo>
                <a:lnTo>
                  <a:pt x="496471" y="1369812"/>
                </a:lnTo>
                <a:cubicBezTo>
                  <a:pt x="492935" y="1369812"/>
                  <a:pt x="489662" y="1368503"/>
                  <a:pt x="487175" y="1366016"/>
                </a:cubicBezTo>
                <a:lnTo>
                  <a:pt x="354945" y="1233786"/>
                </a:lnTo>
                <a:cubicBezTo>
                  <a:pt x="344209" y="1240986"/>
                  <a:pt x="331380" y="1245175"/>
                  <a:pt x="317502" y="1245175"/>
                </a:cubicBezTo>
                <a:cubicBezTo>
                  <a:pt x="280320" y="1245175"/>
                  <a:pt x="250078" y="1214933"/>
                  <a:pt x="250078" y="1177751"/>
                </a:cubicBezTo>
                <a:cubicBezTo>
                  <a:pt x="250078" y="1140570"/>
                  <a:pt x="280320" y="1110327"/>
                  <a:pt x="317502" y="1110327"/>
                </a:cubicBezTo>
                <a:close/>
                <a:moveTo>
                  <a:pt x="1845344" y="534670"/>
                </a:moveTo>
                <a:cubicBezTo>
                  <a:pt x="1822564" y="534670"/>
                  <a:pt x="1804104" y="553130"/>
                  <a:pt x="1804104" y="575911"/>
                </a:cubicBezTo>
                <a:cubicBezTo>
                  <a:pt x="1804104" y="598691"/>
                  <a:pt x="1822564" y="617151"/>
                  <a:pt x="1845344" y="617151"/>
                </a:cubicBezTo>
                <a:cubicBezTo>
                  <a:pt x="1868125" y="617151"/>
                  <a:pt x="1886585" y="598691"/>
                  <a:pt x="1886585" y="575911"/>
                </a:cubicBezTo>
                <a:cubicBezTo>
                  <a:pt x="1886585" y="553130"/>
                  <a:pt x="1868125" y="534670"/>
                  <a:pt x="1845344" y="534670"/>
                </a:cubicBezTo>
                <a:close/>
                <a:moveTo>
                  <a:pt x="1302417" y="534670"/>
                </a:moveTo>
                <a:cubicBezTo>
                  <a:pt x="1279637" y="534670"/>
                  <a:pt x="1261177" y="553130"/>
                  <a:pt x="1261177" y="575911"/>
                </a:cubicBezTo>
                <a:cubicBezTo>
                  <a:pt x="1261177" y="598691"/>
                  <a:pt x="1279637" y="617151"/>
                  <a:pt x="1302417" y="617151"/>
                </a:cubicBezTo>
                <a:cubicBezTo>
                  <a:pt x="1325198" y="617151"/>
                  <a:pt x="1343657" y="598691"/>
                  <a:pt x="1343657" y="575911"/>
                </a:cubicBezTo>
                <a:cubicBezTo>
                  <a:pt x="1343657" y="553130"/>
                  <a:pt x="1325198" y="534670"/>
                  <a:pt x="1302417" y="534670"/>
                </a:cubicBezTo>
                <a:close/>
                <a:moveTo>
                  <a:pt x="2168326" y="452452"/>
                </a:moveTo>
                <a:cubicBezTo>
                  <a:pt x="2145545" y="452452"/>
                  <a:pt x="2127087" y="470912"/>
                  <a:pt x="2127087" y="493692"/>
                </a:cubicBezTo>
                <a:cubicBezTo>
                  <a:pt x="2127087" y="516473"/>
                  <a:pt x="2145545" y="534932"/>
                  <a:pt x="2168326" y="534932"/>
                </a:cubicBezTo>
                <a:cubicBezTo>
                  <a:pt x="2191106" y="534932"/>
                  <a:pt x="2209566" y="516473"/>
                  <a:pt x="2209566" y="493692"/>
                </a:cubicBezTo>
                <a:cubicBezTo>
                  <a:pt x="2209566" y="470912"/>
                  <a:pt x="2191106" y="452452"/>
                  <a:pt x="2168326" y="452452"/>
                </a:cubicBezTo>
                <a:close/>
                <a:moveTo>
                  <a:pt x="979436" y="452452"/>
                </a:moveTo>
                <a:cubicBezTo>
                  <a:pt x="956656" y="452452"/>
                  <a:pt x="938196" y="470912"/>
                  <a:pt x="938196" y="493692"/>
                </a:cubicBezTo>
                <a:cubicBezTo>
                  <a:pt x="938196" y="516473"/>
                  <a:pt x="956656" y="534932"/>
                  <a:pt x="979436" y="534932"/>
                </a:cubicBezTo>
                <a:cubicBezTo>
                  <a:pt x="1002086" y="534932"/>
                  <a:pt x="1020676" y="516473"/>
                  <a:pt x="1020676" y="493692"/>
                </a:cubicBezTo>
                <a:cubicBezTo>
                  <a:pt x="1020676" y="470912"/>
                  <a:pt x="1002216" y="452452"/>
                  <a:pt x="979436" y="452452"/>
                </a:cubicBezTo>
                <a:close/>
                <a:moveTo>
                  <a:pt x="2168326" y="426268"/>
                </a:moveTo>
                <a:cubicBezTo>
                  <a:pt x="2205508" y="426268"/>
                  <a:pt x="2235750" y="456380"/>
                  <a:pt x="2235750" y="493562"/>
                </a:cubicBezTo>
                <a:cubicBezTo>
                  <a:pt x="2235750" y="530743"/>
                  <a:pt x="2205508" y="560985"/>
                  <a:pt x="2168326" y="560985"/>
                </a:cubicBezTo>
                <a:cubicBezTo>
                  <a:pt x="2154448" y="560985"/>
                  <a:pt x="2141619" y="556796"/>
                  <a:pt x="2130883" y="549595"/>
                </a:cubicBezTo>
                <a:lnTo>
                  <a:pt x="1858437" y="822041"/>
                </a:lnTo>
                <a:lnTo>
                  <a:pt x="1858437" y="1138737"/>
                </a:lnTo>
                <a:lnTo>
                  <a:pt x="1832253" y="1138737"/>
                </a:lnTo>
                <a:lnTo>
                  <a:pt x="1832253" y="816673"/>
                </a:lnTo>
                <a:cubicBezTo>
                  <a:pt x="1832253" y="813138"/>
                  <a:pt x="1833562" y="809865"/>
                  <a:pt x="1836050" y="807377"/>
                </a:cubicBezTo>
                <a:lnTo>
                  <a:pt x="2112292" y="531135"/>
                </a:lnTo>
                <a:cubicBezTo>
                  <a:pt x="2105091" y="520400"/>
                  <a:pt x="2100902" y="507570"/>
                  <a:pt x="2100902" y="493692"/>
                </a:cubicBezTo>
                <a:cubicBezTo>
                  <a:pt x="2100902" y="456511"/>
                  <a:pt x="2131145" y="426268"/>
                  <a:pt x="2168326" y="426268"/>
                </a:cubicBezTo>
                <a:close/>
                <a:moveTo>
                  <a:pt x="979305" y="426268"/>
                </a:moveTo>
                <a:cubicBezTo>
                  <a:pt x="1016487" y="426268"/>
                  <a:pt x="1046729" y="456511"/>
                  <a:pt x="1046729" y="493692"/>
                </a:cubicBezTo>
                <a:cubicBezTo>
                  <a:pt x="1046729" y="507570"/>
                  <a:pt x="1042540" y="520400"/>
                  <a:pt x="1035339" y="531135"/>
                </a:cubicBezTo>
                <a:lnTo>
                  <a:pt x="1311582" y="807377"/>
                </a:lnTo>
                <a:cubicBezTo>
                  <a:pt x="1314069" y="809865"/>
                  <a:pt x="1315510" y="813138"/>
                  <a:pt x="1315378" y="816673"/>
                </a:cubicBezTo>
                <a:lnTo>
                  <a:pt x="1315378" y="1138737"/>
                </a:lnTo>
                <a:lnTo>
                  <a:pt x="1289194" y="1138737"/>
                </a:lnTo>
                <a:lnTo>
                  <a:pt x="1289194" y="822172"/>
                </a:lnTo>
                <a:lnTo>
                  <a:pt x="1016748" y="549726"/>
                </a:lnTo>
                <a:cubicBezTo>
                  <a:pt x="1006013" y="556927"/>
                  <a:pt x="993183" y="561116"/>
                  <a:pt x="979305" y="561116"/>
                </a:cubicBezTo>
                <a:cubicBezTo>
                  <a:pt x="942124" y="561116"/>
                  <a:pt x="911881" y="530873"/>
                  <a:pt x="911881" y="493692"/>
                </a:cubicBezTo>
                <a:cubicBezTo>
                  <a:pt x="911881" y="456511"/>
                  <a:pt x="942124" y="426268"/>
                  <a:pt x="979305" y="426268"/>
                </a:cubicBezTo>
                <a:close/>
                <a:moveTo>
                  <a:pt x="1845344" y="188778"/>
                </a:moveTo>
                <a:cubicBezTo>
                  <a:pt x="1822564" y="188778"/>
                  <a:pt x="1804104" y="207238"/>
                  <a:pt x="1804104" y="230018"/>
                </a:cubicBezTo>
                <a:cubicBezTo>
                  <a:pt x="1804104" y="252799"/>
                  <a:pt x="1822564" y="271389"/>
                  <a:pt x="1845344" y="271258"/>
                </a:cubicBezTo>
                <a:cubicBezTo>
                  <a:pt x="1868125" y="271258"/>
                  <a:pt x="1886585" y="252799"/>
                  <a:pt x="1886585" y="230018"/>
                </a:cubicBezTo>
                <a:cubicBezTo>
                  <a:pt x="1886585" y="207238"/>
                  <a:pt x="1868125" y="188778"/>
                  <a:pt x="1845344" y="188778"/>
                </a:cubicBezTo>
                <a:close/>
                <a:moveTo>
                  <a:pt x="1302417" y="188778"/>
                </a:moveTo>
                <a:cubicBezTo>
                  <a:pt x="1279637" y="188778"/>
                  <a:pt x="1261177" y="207238"/>
                  <a:pt x="1261177" y="230018"/>
                </a:cubicBezTo>
                <a:cubicBezTo>
                  <a:pt x="1261177" y="252799"/>
                  <a:pt x="1279637" y="271258"/>
                  <a:pt x="1302417" y="271258"/>
                </a:cubicBezTo>
                <a:cubicBezTo>
                  <a:pt x="1325198" y="271258"/>
                  <a:pt x="1343657" y="252799"/>
                  <a:pt x="1343657" y="230018"/>
                </a:cubicBezTo>
                <a:cubicBezTo>
                  <a:pt x="1343657" y="207238"/>
                  <a:pt x="1325198" y="188778"/>
                  <a:pt x="1302417" y="188778"/>
                </a:cubicBezTo>
                <a:close/>
                <a:moveTo>
                  <a:pt x="1845344" y="162594"/>
                </a:moveTo>
                <a:cubicBezTo>
                  <a:pt x="1882526" y="162594"/>
                  <a:pt x="1912768" y="192837"/>
                  <a:pt x="1912768" y="230018"/>
                </a:cubicBezTo>
                <a:cubicBezTo>
                  <a:pt x="1912768" y="262748"/>
                  <a:pt x="1889334" y="289980"/>
                  <a:pt x="1858437" y="296133"/>
                </a:cubicBezTo>
                <a:lnTo>
                  <a:pt x="1858437" y="509796"/>
                </a:lnTo>
                <a:cubicBezTo>
                  <a:pt x="1889334" y="515949"/>
                  <a:pt x="1912768" y="543312"/>
                  <a:pt x="1912768" y="575911"/>
                </a:cubicBezTo>
                <a:cubicBezTo>
                  <a:pt x="1912768" y="613093"/>
                  <a:pt x="1882526" y="643335"/>
                  <a:pt x="1845344" y="643335"/>
                </a:cubicBezTo>
                <a:cubicBezTo>
                  <a:pt x="1808163" y="643335"/>
                  <a:pt x="1777920" y="613093"/>
                  <a:pt x="1777920" y="575911"/>
                </a:cubicBezTo>
                <a:cubicBezTo>
                  <a:pt x="1777920" y="543180"/>
                  <a:pt x="1801355" y="515949"/>
                  <a:pt x="1832253" y="509796"/>
                </a:cubicBezTo>
                <a:lnTo>
                  <a:pt x="1832253" y="296133"/>
                </a:lnTo>
                <a:cubicBezTo>
                  <a:pt x="1801355" y="289980"/>
                  <a:pt x="1777920" y="262748"/>
                  <a:pt x="1777920" y="230018"/>
                </a:cubicBezTo>
                <a:cubicBezTo>
                  <a:pt x="1777920" y="192837"/>
                  <a:pt x="1808163" y="162594"/>
                  <a:pt x="1845344" y="162594"/>
                </a:cubicBezTo>
                <a:close/>
                <a:moveTo>
                  <a:pt x="1302417" y="162594"/>
                </a:moveTo>
                <a:cubicBezTo>
                  <a:pt x="1339599" y="162594"/>
                  <a:pt x="1369841" y="192836"/>
                  <a:pt x="1369841" y="230018"/>
                </a:cubicBezTo>
                <a:cubicBezTo>
                  <a:pt x="1369841" y="262748"/>
                  <a:pt x="1346406" y="289980"/>
                  <a:pt x="1315510" y="296133"/>
                </a:cubicBezTo>
                <a:lnTo>
                  <a:pt x="1315510" y="509796"/>
                </a:lnTo>
                <a:cubicBezTo>
                  <a:pt x="1346406" y="515949"/>
                  <a:pt x="1369841" y="543312"/>
                  <a:pt x="1369841" y="575911"/>
                </a:cubicBezTo>
                <a:cubicBezTo>
                  <a:pt x="1369841" y="613093"/>
                  <a:pt x="1339599" y="643335"/>
                  <a:pt x="1302417" y="643335"/>
                </a:cubicBezTo>
                <a:cubicBezTo>
                  <a:pt x="1265236" y="643335"/>
                  <a:pt x="1234993" y="613093"/>
                  <a:pt x="1234993" y="575911"/>
                </a:cubicBezTo>
                <a:cubicBezTo>
                  <a:pt x="1234993" y="543180"/>
                  <a:pt x="1258428" y="515949"/>
                  <a:pt x="1289326" y="509796"/>
                </a:cubicBezTo>
                <a:lnTo>
                  <a:pt x="1289326" y="296133"/>
                </a:lnTo>
                <a:cubicBezTo>
                  <a:pt x="1258428" y="289980"/>
                  <a:pt x="1234993" y="262748"/>
                  <a:pt x="1234993" y="230018"/>
                </a:cubicBezTo>
                <a:cubicBezTo>
                  <a:pt x="1234993" y="192836"/>
                  <a:pt x="1265236" y="162594"/>
                  <a:pt x="1302417" y="162594"/>
                </a:cubicBezTo>
                <a:close/>
                <a:moveTo>
                  <a:pt x="1878288" y="138"/>
                </a:moveTo>
                <a:cubicBezTo>
                  <a:pt x="1922522" y="-206"/>
                  <a:pt x="1965661" y="10726"/>
                  <a:pt x="2002057" y="32982"/>
                </a:cubicBezTo>
                <a:cubicBezTo>
                  <a:pt x="2070266" y="74615"/>
                  <a:pt x="2107578" y="151335"/>
                  <a:pt x="2108364" y="250180"/>
                </a:cubicBezTo>
                <a:cubicBezTo>
                  <a:pt x="2225407" y="212475"/>
                  <a:pt x="2332500" y="225305"/>
                  <a:pt x="2404506" y="286314"/>
                </a:cubicBezTo>
                <a:cubicBezTo>
                  <a:pt x="2470882" y="342479"/>
                  <a:pt x="2500078" y="434516"/>
                  <a:pt x="2485807" y="540824"/>
                </a:cubicBezTo>
                <a:cubicBezTo>
                  <a:pt x="2580856" y="516865"/>
                  <a:pt x="2664907" y="549334"/>
                  <a:pt x="2716752" y="594763"/>
                </a:cubicBezTo>
                <a:cubicBezTo>
                  <a:pt x="2786532" y="656165"/>
                  <a:pt x="2830521" y="767578"/>
                  <a:pt x="2779200" y="884490"/>
                </a:cubicBezTo>
                <a:cubicBezTo>
                  <a:pt x="2882758" y="881086"/>
                  <a:pt x="2971785" y="911460"/>
                  <a:pt x="3037899" y="973255"/>
                </a:cubicBezTo>
                <a:cubicBezTo>
                  <a:pt x="3107811" y="1038453"/>
                  <a:pt x="3148789" y="1135857"/>
                  <a:pt x="3147742" y="1233655"/>
                </a:cubicBezTo>
                <a:cubicBezTo>
                  <a:pt x="3146433" y="1353840"/>
                  <a:pt x="3092362" y="1470883"/>
                  <a:pt x="3008835" y="1536998"/>
                </a:cubicBezTo>
                <a:cubicBezTo>
                  <a:pt x="3096945" y="1629690"/>
                  <a:pt x="3122212" y="1763098"/>
                  <a:pt x="3072855" y="1880926"/>
                </a:cubicBezTo>
                <a:cubicBezTo>
                  <a:pt x="3046016" y="1945078"/>
                  <a:pt x="3000456" y="1994042"/>
                  <a:pt x="2944291" y="2022976"/>
                </a:cubicBezTo>
                <a:cubicBezTo>
                  <a:pt x="3031746" y="2083068"/>
                  <a:pt x="3072986" y="2173010"/>
                  <a:pt x="3055311" y="2268713"/>
                </a:cubicBezTo>
                <a:cubicBezTo>
                  <a:pt x="3037506" y="2365071"/>
                  <a:pt x="2965501" y="2440219"/>
                  <a:pt x="2873595" y="2460773"/>
                </a:cubicBezTo>
                <a:cubicBezTo>
                  <a:pt x="2905801" y="2537755"/>
                  <a:pt x="2897945" y="2627959"/>
                  <a:pt x="2852123" y="2694859"/>
                </a:cubicBezTo>
                <a:cubicBezTo>
                  <a:pt x="2801980" y="2768044"/>
                  <a:pt x="2724214" y="2799596"/>
                  <a:pt x="2645138" y="2799596"/>
                </a:cubicBezTo>
                <a:cubicBezTo>
                  <a:pt x="2624321" y="2799596"/>
                  <a:pt x="2603505" y="2797240"/>
                  <a:pt x="2582951" y="2793050"/>
                </a:cubicBezTo>
                <a:cubicBezTo>
                  <a:pt x="2593555" y="2892942"/>
                  <a:pt x="2551660" y="2983408"/>
                  <a:pt x="2470752" y="3032504"/>
                </a:cubicBezTo>
                <a:cubicBezTo>
                  <a:pt x="2378453" y="3088537"/>
                  <a:pt x="2257482" y="3077802"/>
                  <a:pt x="2149997" y="3005403"/>
                </a:cubicBezTo>
                <a:cubicBezTo>
                  <a:pt x="2145414" y="3093906"/>
                  <a:pt x="2104829" y="3164995"/>
                  <a:pt x="2033870" y="3207544"/>
                </a:cubicBezTo>
                <a:cubicBezTo>
                  <a:pt x="1989881" y="3233990"/>
                  <a:pt x="1936596" y="3247213"/>
                  <a:pt x="1883180" y="3247213"/>
                </a:cubicBezTo>
                <a:cubicBezTo>
                  <a:pt x="1831859" y="3247213"/>
                  <a:pt x="1780539" y="3235038"/>
                  <a:pt x="1737335" y="3210555"/>
                </a:cubicBezTo>
                <a:cubicBezTo>
                  <a:pt x="1667161" y="3170756"/>
                  <a:pt x="1628409" y="3105820"/>
                  <a:pt x="1628409" y="3027791"/>
                </a:cubicBezTo>
                <a:lnTo>
                  <a:pt x="1628409" y="1953456"/>
                </a:lnTo>
                <a:lnTo>
                  <a:pt x="1654593" y="1953456"/>
                </a:lnTo>
                <a:lnTo>
                  <a:pt x="1654593" y="3027791"/>
                </a:lnTo>
                <a:cubicBezTo>
                  <a:pt x="1654593" y="3096000"/>
                  <a:pt x="1688632" y="3152820"/>
                  <a:pt x="1750295" y="3187775"/>
                </a:cubicBezTo>
                <a:cubicBezTo>
                  <a:pt x="1830812" y="3233336"/>
                  <a:pt x="1941833" y="3232288"/>
                  <a:pt x="2020385" y="3185157"/>
                </a:cubicBezTo>
                <a:cubicBezTo>
                  <a:pt x="2069349" y="3155831"/>
                  <a:pt x="2127086" y="3096524"/>
                  <a:pt x="2124205" y="2980659"/>
                </a:cubicBezTo>
                <a:cubicBezTo>
                  <a:pt x="2124074" y="2975553"/>
                  <a:pt x="2126824" y="2970971"/>
                  <a:pt x="2131275" y="2968615"/>
                </a:cubicBezTo>
                <a:cubicBezTo>
                  <a:pt x="2135726" y="2966258"/>
                  <a:pt x="2141094" y="2966781"/>
                  <a:pt x="2145152" y="2969792"/>
                </a:cubicBezTo>
                <a:cubicBezTo>
                  <a:pt x="2248711" y="3048607"/>
                  <a:pt x="2368241" y="3064055"/>
                  <a:pt x="2457136" y="3010116"/>
                </a:cubicBezTo>
                <a:cubicBezTo>
                  <a:pt x="2531630" y="2964818"/>
                  <a:pt x="2568811" y="2879589"/>
                  <a:pt x="2555588" y="2786373"/>
                </a:cubicBezTo>
                <a:cubicBezTo>
                  <a:pt x="2526655" y="2777863"/>
                  <a:pt x="2499030" y="2765295"/>
                  <a:pt x="2473893" y="2749323"/>
                </a:cubicBezTo>
                <a:lnTo>
                  <a:pt x="2488033" y="2727197"/>
                </a:lnTo>
                <a:cubicBezTo>
                  <a:pt x="2594210" y="2794752"/>
                  <a:pt x="2751314" y="2795668"/>
                  <a:pt x="2830652" y="2679935"/>
                </a:cubicBezTo>
                <a:cubicBezTo>
                  <a:pt x="2874380" y="2616176"/>
                  <a:pt x="2879224" y="2528590"/>
                  <a:pt x="2843089" y="2456715"/>
                </a:cubicBezTo>
                <a:cubicBezTo>
                  <a:pt x="2841257" y="2452918"/>
                  <a:pt x="2841257" y="2448598"/>
                  <a:pt x="2843221" y="2444801"/>
                </a:cubicBezTo>
                <a:cubicBezTo>
                  <a:pt x="2845185" y="2441004"/>
                  <a:pt x="2848719" y="2438517"/>
                  <a:pt x="2852908" y="2437863"/>
                </a:cubicBezTo>
                <a:cubicBezTo>
                  <a:pt x="2940364" y="2425032"/>
                  <a:pt x="3013024" y="2353550"/>
                  <a:pt x="3029651" y="2263738"/>
                </a:cubicBezTo>
                <a:cubicBezTo>
                  <a:pt x="3046279" y="2173927"/>
                  <a:pt x="3003729" y="2089483"/>
                  <a:pt x="2915882" y="2035413"/>
                </a:cubicBezTo>
                <a:cubicBezTo>
                  <a:pt x="2886555" y="2046279"/>
                  <a:pt x="2855003" y="2052171"/>
                  <a:pt x="2822012" y="2052171"/>
                </a:cubicBezTo>
                <a:cubicBezTo>
                  <a:pt x="2819524" y="2052171"/>
                  <a:pt x="2816905" y="2052039"/>
                  <a:pt x="2814418" y="2052039"/>
                </a:cubicBezTo>
                <a:lnTo>
                  <a:pt x="2815073" y="2025855"/>
                </a:lnTo>
                <a:cubicBezTo>
                  <a:pt x="2851337" y="2026903"/>
                  <a:pt x="2885508" y="2020357"/>
                  <a:pt x="2916405" y="2007527"/>
                </a:cubicBezTo>
                <a:lnTo>
                  <a:pt x="2917322" y="2005825"/>
                </a:lnTo>
                <a:cubicBezTo>
                  <a:pt x="2917714" y="2006086"/>
                  <a:pt x="2918239" y="2006348"/>
                  <a:pt x="2918631" y="2006610"/>
                </a:cubicBezTo>
                <a:cubicBezTo>
                  <a:pt x="2975843" y="1981998"/>
                  <a:pt x="3021796" y="1935128"/>
                  <a:pt x="3048765" y="1870584"/>
                </a:cubicBezTo>
                <a:cubicBezTo>
                  <a:pt x="3095766" y="1758123"/>
                  <a:pt x="3068797" y="1630214"/>
                  <a:pt x="2979902" y="1544722"/>
                </a:cubicBezTo>
                <a:cubicBezTo>
                  <a:pt x="2977153" y="1541973"/>
                  <a:pt x="2975712" y="1538177"/>
                  <a:pt x="2975974" y="1534249"/>
                </a:cubicBezTo>
                <a:cubicBezTo>
                  <a:pt x="2976236" y="1530321"/>
                  <a:pt x="2978330" y="1526786"/>
                  <a:pt x="2981473" y="1524561"/>
                </a:cubicBezTo>
                <a:cubicBezTo>
                  <a:pt x="3065261" y="1465646"/>
                  <a:pt x="3120248" y="1351353"/>
                  <a:pt x="3121557" y="1233393"/>
                </a:cubicBezTo>
                <a:cubicBezTo>
                  <a:pt x="3122343" y="1163482"/>
                  <a:pt x="3096160" y="1063458"/>
                  <a:pt x="3020095" y="992368"/>
                </a:cubicBezTo>
                <a:cubicBezTo>
                  <a:pt x="2954765" y="931229"/>
                  <a:pt x="2864430" y="903474"/>
                  <a:pt x="2758908" y="911853"/>
                </a:cubicBezTo>
                <a:cubicBezTo>
                  <a:pt x="2754063" y="912115"/>
                  <a:pt x="2749481" y="910019"/>
                  <a:pt x="2746864" y="905961"/>
                </a:cubicBezTo>
                <a:cubicBezTo>
                  <a:pt x="2744245" y="901903"/>
                  <a:pt x="2743983" y="896796"/>
                  <a:pt x="2746209" y="892607"/>
                </a:cubicBezTo>
                <a:cubicBezTo>
                  <a:pt x="2805778" y="781062"/>
                  <a:pt x="2765584" y="672529"/>
                  <a:pt x="2699469" y="614401"/>
                </a:cubicBezTo>
                <a:cubicBezTo>
                  <a:pt x="2635712" y="558498"/>
                  <a:pt x="2516836" y="524720"/>
                  <a:pt x="2391806" y="614139"/>
                </a:cubicBezTo>
                <a:lnTo>
                  <a:pt x="2376620" y="592799"/>
                </a:lnTo>
                <a:cubicBezTo>
                  <a:pt x="2404113" y="573161"/>
                  <a:pt x="2431345" y="559021"/>
                  <a:pt x="2457921" y="549334"/>
                </a:cubicBezTo>
                <a:cubicBezTo>
                  <a:pt x="2474810" y="446953"/>
                  <a:pt x="2449411" y="358582"/>
                  <a:pt x="2387486" y="306214"/>
                </a:cubicBezTo>
                <a:cubicBezTo>
                  <a:pt x="2319277" y="248478"/>
                  <a:pt x="2214278" y="239183"/>
                  <a:pt x="2099461" y="280815"/>
                </a:cubicBezTo>
                <a:cubicBezTo>
                  <a:pt x="2095403" y="282387"/>
                  <a:pt x="2090820" y="281732"/>
                  <a:pt x="2087286" y="279114"/>
                </a:cubicBezTo>
                <a:cubicBezTo>
                  <a:pt x="2083751" y="276495"/>
                  <a:pt x="2081787" y="272305"/>
                  <a:pt x="2081918" y="267985"/>
                </a:cubicBezTo>
                <a:cubicBezTo>
                  <a:pt x="2086762" y="142301"/>
                  <a:pt x="2033740" y="82863"/>
                  <a:pt x="1988441" y="55239"/>
                </a:cubicBezTo>
                <a:cubicBezTo>
                  <a:pt x="1923635" y="15570"/>
                  <a:pt x="1834216" y="16618"/>
                  <a:pt x="1760769" y="57726"/>
                </a:cubicBezTo>
                <a:cubicBezTo>
                  <a:pt x="1693345" y="95431"/>
                  <a:pt x="1654724" y="159452"/>
                  <a:pt x="1654724" y="233422"/>
                </a:cubicBezTo>
                <a:lnTo>
                  <a:pt x="1654724" y="1138868"/>
                </a:lnTo>
                <a:lnTo>
                  <a:pt x="1628540" y="1138868"/>
                </a:lnTo>
                <a:lnTo>
                  <a:pt x="1628540" y="233553"/>
                </a:lnTo>
                <a:cubicBezTo>
                  <a:pt x="1628540" y="149895"/>
                  <a:pt x="1672006" y="77496"/>
                  <a:pt x="1747939" y="34946"/>
                </a:cubicBezTo>
                <a:cubicBezTo>
                  <a:pt x="1788722" y="12101"/>
                  <a:pt x="1834053" y="482"/>
                  <a:pt x="1878288" y="138"/>
                </a:cubicBezTo>
                <a:close/>
                <a:moveTo>
                  <a:pt x="1269474" y="7"/>
                </a:moveTo>
                <a:cubicBezTo>
                  <a:pt x="1313709" y="351"/>
                  <a:pt x="1359041" y="11970"/>
                  <a:pt x="1399822" y="34815"/>
                </a:cubicBezTo>
                <a:cubicBezTo>
                  <a:pt x="1475625" y="77365"/>
                  <a:pt x="1519221" y="149764"/>
                  <a:pt x="1519221" y="233422"/>
                </a:cubicBezTo>
                <a:lnTo>
                  <a:pt x="1519221" y="1138213"/>
                </a:lnTo>
                <a:lnTo>
                  <a:pt x="1493037" y="1138213"/>
                </a:lnTo>
                <a:lnTo>
                  <a:pt x="1493037" y="232898"/>
                </a:lnTo>
                <a:cubicBezTo>
                  <a:pt x="1493037" y="159059"/>
                  <a:pt x="1454416" y="95038"/>
                  <a:pt x="1386991" y="57203"/>
                </a:cubicBezTo>
                <a:cubicBezTo>
                  <a:pt x="1313545" y="15962"/>
                  <a:pt x="1224127" y="15047"/>
                  <a:pt x="1159321" y="54715"/>
                </a:cubicBezTo>
                <a:cubicBezTo>
                  <a:pt x="1114023" y="82340"/>
                  <a:pt x="1061131" y="141778"/>
                  <a:pt x="1065843" y="267461"/>
                </a:cubicBezTo>
                <a:cubicBezTo>
                  <a:pt x="1065975" y="271912"/>
                  <a:pt x="1064011" y="275971"/>
                  <a:pt x="1060476" y="278589"/>
                </a:cubicBezTo>
                <a:cubicBezTo>
                  <a:pt x="1056941" y="281077"/>
                  <a:pt x="1052359" y="281732"/>
                  <a:pt x="1048300" y="280291"/>
                </a:cubicBezTo>
                <a:cubicBezTo>
                  <a:pt x="933615" y="238659"/>
                  <a:pt x="828616" y="247954"/>
                  <a:pt x="760275" y="305690"/>
                </a:cubicBezTo>
                <a:cubicBezTo>
                  <a:pt x="698350" y="358058"/>
                  <a:pt x="672951" y="446430"/>
                  <a:pt x="689840" y="548809"/>
                </a:cubicBezTo>
                <a:cubicBezTo>
                  <a:pt x="716416" y="558498"/>
                  <a:pt x="743648" y="572637"/>
                  <a:pt x="771141" y="592275"/>
                </a:cubicBezTo>
                <a:lnTo>
                  <a:pt x="755955" y="613615"/>
                </a:lnTo>
                <a:cubicBezTo>
                  <a:pt x="630925" y="524196"/>
                  <a:pt x="512050" y="557843"/>
                  <a:pt x="448291" y="613877"/>
                </a:cubicBezTo>
                <a:cubicBezTo>
                  <a:pt x="382045" y="672006"/>
                  <a:pt x="341983" y="780539"/>
                  <a:pt x="401552" y="892083"/>
                </a:cubicBezTo>
                <a:cubicBezTo>
                  <a:pt x="403778" y="896273"/>
                  <a:pt x="403516" y="901378"/>
                  <a:pt x="400898" y="905437"/>
                </a:cubicBezTo>
                <a:cubicBezTo>
                  <a:pt x="398280" y="909496"/>
                  <a:pt x="393698" y="911590"/>
                  <a:pt x="388853" y="911328"/>
                </a:cubicBezTo>
                <a:cubicBezTo>
                  <a:pt x="283462" y="902819"/>
                  <a:pt x="192996" y="930705"/>
                  <a:pt x="127667" y="991845"/>
                </a:cubicBezTo>
                <a:cubicBezTo>
                  <a:pt x="51602" y="1062935"/>
                  <a:pt x="25418" y="1162957"/>
                  <a:pt x="26204" y="1232870"/>
                </a:cubicBezTo>
                <a:cubicBezTo>
                  <a:pt x="27513" y="1350828"/>
                  <a:pt x="82499" y="1465123"/>
                  <a:pt x="166288" y="1524037"/>
                </a:cubicBezTo>
                <a:cubicBezTo>
                  <a:pt x="169431" y="1526263"/>
                  <a:pt x="171525" y="1529797"/>
                  <a:pt x="171787" y="1533724"/>
                </a:cubicBezTo>
                <a:cubicBezTo>
                  <a:pt x="172180" y="1537652"/>
                  <a:pt x="170740" y="1541449"/>
                  <a:pt x="167860" y="1544198"/>
                </a:cubicBezTo>
                <a:cubicBezTo>
                  <a:pt x="78964" y="1629559"/>
                  <a:pt x="51864" y="1757599"/>
                  <a:pt x="98996" y="1870059"/>
                </a:cubicBezTo>
                <a:cubicBezTo>
                  <a:pt x="125965" y="1934603"/>
                  <a:pt x="171918" y="1981473"/>
                  <a:pt x="229130" y="2006086"/>
                </a:cubicBezTo>
                <a:cubicBezTo>
                  <a:pt x="229523" y="2005824"/>
                  <a:pt x="229916" y="2005563"/>
                  <a:pt x="230309" y="2005300"/>
                </a:cubicBezTo>
                <a:lnTo>
                  <a:pt x="231225" y="2006872"/>
                </a:lnTo>
                <a:cubicBezTo>
                  <a:pt x="262253" y="2019702"/>
                  <a:pt x="296424" y="2026247"/>
                  <a:pt x="332688" y="2025331"/>
                </a:cubicBezTo>
                <a:lnTo>
                  <a:pt x="333343" y="2051516"/>
                </a:lnTo>
                <a:cubicBezTo>
                  <a:pt x="330856" y="2051646"/>
                  <a:pt x="328237" y="2051646"/>
                  <a:pt x="325749" y="2051646"/>
                </a:cubicBezTo>
                <a:cubicBezTo>
                  <a:pt x="292758" y="2051646"/>
                  <a:pt x="261206" y="2045755"/>
                  <a:pt x="231879" y="2034888"/>
                </a:cubicBezTo>
                <a:cubicBezTo>
                  <a:pt x="143901" y="2088959"/>
                  <a:pt x="101483" y="2173402"/>
                  <a:pt x="118109" y="2263214"/>
                </a:cubicBezTo>
                <a:cubicBezTo>
                  <a:pt x="134737" y="2353025"/>
                  <a:pt x="207397" y="2424639"/>
                  <a:pt x="294852" y="2437338"/>
                </a:cubicBezTo>
                <a:cubicBezTo>
                  <a:pt x="298911" y="2437993"/>
                  <a:pt x="302576" y="2440611"/>
                  <a:pt x="304540" y="2444277"/>
                </a:cubicBezTo>
                <a:cubicBezTo>
                  <a:pt x="306504" y="2447942"/>
                  <a:pt x="306504" y="2452394"/>
                  <a:pt x="304672" y="2456191"/>
                </a:cubicBezTo>
                <a:cubicBezTo>
                  <a:pt x="268537" y="2528066"/>
                  <a:pt x="273381" y="2615652"/>
                  <a:pt x="317109" y="2679410"/>
                </a:cubicBezTo>
                <a:cubicBezTo>
                  <a:pt x="396316" y="2795144"/>
                  <a:pt x="553551" y="2794358"/>
                  <a:pt x="659597" y="2726673"/>
                </a:cubicBezTo>
                <a:lnTo>
                  <a:pt x="673736" y="2748798"/>
                </a:lnTo>
                <a:cubicBezTo>
                  <a:pt x="648731" y="2764770"/>
                  <a:pt x="620975" y="2777339"/>
                  <a:pt x="592042" y="2785849"/>
                </a:cubicBezTo>
                <a:cubicBezTo>
                  <a:pt x="578819" y="2879195"/>
                  <a:pt x="616001" y="2964293"/>
                  <a:pt x="690494" y="3009592"/>
                </a:cubicBezTo>
                <a:cubicBezTo>
                  <a:pt x="779258" y="3063531"/>
                  <a:pt x="898789" y="3048083"/>
                  <a:pt x="1002478" y="2969268"/>
                </a:cubicBezTo>
                <a:cubicBezTo>
                  <a:pt x="1006406" y="2966257"/>
                  <a:pt x="1011904" y="2965864"/>
                  <a:pt x="1016356" y="2968090"/>
                </a:cubicBezTo>
                <a:cubicBezTo>
                  <a:pt x="1020807" y="2970447"/>
                  <a:pt x="1023557" y="2975159"/>
                  <a:pt x="1023425" y="2980134"/>
                </a:cubicBezTo>
                <a:cubicBezTo>
                  <a:pt x="1020545" y="3095999"/>
                  <a:pt x="1078281" y="3155306"/>
                  <a:pt x="1127245" y="3184632"/>
                </a:cubicBezTo>
                <a:cubicBezTo>
                  <a:pt x="1205798" y="3231764"/>
                  <a:pt x="1316818" y="3232811"/>
                  <a:pt x="1397335" y="3187250"/>
                </a:cubicBezTo>
                <a:cubicBezTo>
                  <a:pt x="1458998" y="3152295"/>
                  <a:pt x="1493037" y="3095476"/>
                  <a:pt x="1493037" y="3027266"/>
                </a:cubicBezTo>
                <a:lnTo>
                  <a:pt x="1493037" y="1952933"/>
                </a:lnTo>
                <a:lnTo>
                  <a:pt x="1519221" y="1952933"/>
                </a:lnTo>
                <a:lnTo>
                  <a:pt x="1519221" y="3027266"/>
                </a:lnTo>
                <a:cubicBezTo>
                  <a:pt x="1519221" y="3105295"/>
                  <a:pt x="1480600" y="3170231"/>
                  <a:pt x="1410296" y="3210031"/>
                </a:cubicBezTo>
                <a:cubicBezTo>
                  <a:pt x="1366961" y="3234513"/>
                  <a:pt x="1315640" y="3246689"/>
                  <a:pt x="1264450" y="3246689"/>
                </a:cubicBezTo>
                <a:cubicBezTo>
                  <a:pt x="1211034" y="3246689"/>
                  <a:pt x="1157750" y="3233466"/>
                  <a:pt x="1113760" y="3207020"/>
                </a:cubicBezTo>
                <a:cubicBezTo>
                  <a:pt x="1042933" y="3164470"/>
                  <a:pt x="1002216" y="3093250"/>
                  <a:pt x="997634" y="3004879"/>
                </a:cubicBezTo>
                <a:cubicBezTo>
                  <a:pt x="890148" y="3077278"/>
                  <a:pt x="769177" y="3088013"/>
                  <a:pt x="676879" y="3031979"/>
                </a:cubicBezTo>
                <a:cubicBezTo>
                  <a:pt x="595969" y="2982884"/>
                  <a:pt x="554075" y="2892418"/>
                  <a:pt x="564680" y="2792656"/>
                </a:cubicBezTo>
                <a:cubicBezTo>
                  <a:pt x="544125" y="2796846"/>
                  <a:pt x="523309" y="2799202"/>
                  <a:pt x="502493" y="2799202"/>
                </a:cubicBezTo>
                <a:cubicBezTo>
                  <a:pt x="423285" y="2799202"/>
                  <a:pt x="345649" y="2767651"/>
                  <a:pt x="295507" y="2694466"/>
                </a:cubicBezTo>
                <a:cubicBezTo>
                  <a:pt x="249554" y="2627565"/>
                  <a:pt x="241830" y="2537492"/>
                  <a:pt x="274036" y="2460380"/>
                </a:cubicBezTo>
                <a:cubicBezTo>
                  <a:pt x="182130" y="2439826"/>
                  <a:pt x="110123" y="2364677"/>
                  <a:pt x="92318" y="2268319"/>
                </a:cubicBezTo>
                <a:cubicBezTo>
                  <a:pt x="74644" y="2172486"/>
                  <a:pt x="116015" y="2082675"/>
                  <a:pt x="203339" y="2022582"/>
                </a:cubicBezTo>
                <a:cubicBezTo>
                  <a:pt x="147174" y="1993779"/>
                  <a:pt x="101614" y="1944684"/>
                  <a:pt x="74775" y="1880533"/>
                </a:cubicBezTo>
                <a:cubicBezTo>
                  <a:pt x="25418" y="1762705"/>
                  <a:pt x="50816" y="1629428"/>
                  <a:pt x="138795" y="1536605"/>
                </a:cubicBezTo>
                <a:cubicBezTo>
                  <a:pt x="55399" y="1470752"/>
                  <a:pt x="1328" y="1353709"/>
                  <a:pt x="19" y="1233524"/>
                </a:cubicBezTo>
                <a:cubicBezTo>
                  <a:pt x="-1028" y="1135726"/>
                  <a:pt x="39950" y="1038452"/>
                  <a:pt x="109862" y="973123"/>
                </a:cubicBezTo>
                <a:cubicBezTo>
                  <a:pt x="176108" y="911328"/>
                  <a:pt x="265133" y="880824"/>
                  <a:pt x="368561" y="884359"/>
                </a:cubicBezTo>
                <a:cubicBezTo>
                  <a:pt x="317240" y="767446"/>
                  <a:pt x="361098" y="656034"/>
                  <a:pt x="431010" y="594632"/>
                </a:cubicBezTo>
                <a:cubicBezTo>
                  <a:pt x="482723" y="549203"/>
                  <a:pt x="566905" y="516734"/>
                  <a:pt x="661954" y="540693"/>
                </a:cubicBezTo>
                <a:cubicBezTo>
                  <a:pt x="647684" y="434385"/>
                  <a:pt x="676748" y="342478"/>
                  <a:pt x="743256" y="286182"/>
                </a:cubicBezTo>
                <a:cubicBezTo>
                  <a:pt x="815261" y="225304"/>
                  <a:pt x="922486" y="212474"/>
                  <a:pt x="1039397" y="250049"/>
                </a:cubicBezTo>
                <a:cubicBezTo>
                  <a:pt x="1040184" y="151204"/>
                  <a:pt x="1077496" y="74484"/>
                  <a:pt x="1145705" y="32851"/>
                </a:cubicBezTo>
                <a:cubicBezTo>
                  <a:pt x="1182101" y="10595"/>
                  <a:pt x="1225240" y="-337"/>
                  <a:pt x="1269474" y="7"/>
                </a:cubicBezTo>
                <a:close/>
              </a:path>
            </a:pathLst>
          </a:custGeom>
          <a:gradFill>
            <a:gsLst>
              <a:gs pos="50000">
                <a:schemeClr val="accent3">
                  <a:lumMod val="40000"/>
                  <a:lumOff val="6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18000016" scaled="1"/>
          </a:gradFill>
          <a:ln w="146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5CD99F2-FC20-E544-D669-1220897020CB}"/>
              </a:ext>
            </a:extLst>
          </p:cNvPr>
          <p:cNvCxnSpPr>
            <a:cxnSpLocks/>
          </p:cNvCxnSpPr>
          <p:nvPr/>
        </p:nvCxnSpPr>
        <p:spPr>
          <a:xfrm flipH="1">
            <a:off x="6372827" y="3912541"/>
            <a:ext cx="0" cy="486602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1D4407F-270F-15F1-7331-26B626437794}"/>
              </a:ext>
            </a:extLst>
          </p:cNvPr>
          <p:cNvCxnSpPr>
            <a:cxnSpLocks/>
          </p:cNvCxnSpPr>
          <p:nvPr/>
        </p:nvCxnSpPr>
        <p:spPr>
          <a:xfrm>
            <a:off x="6369571" y="4390435"/>
            <a:ext cx="934218" cy="911467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C33A726-E66C-AB6E-33C1-B389032ECBF4}"/>
              </a:ext>
            </a:extLst>
          </p:cNvPr>
          <p:cNvCxnSpPr>
            <a:cxnSpLocks/>
          </p:cNvCxnSpPr>
          <p:nvPr/>
        </p:nvCxnSpPr>
        <p:spPr>
          <a:xfrm flipH="1">
            <a:off x="7294265" y="5295546"/>
            <a:ext cx="747216" cy="0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85FC3D8-406B-2219-E0F4-F131B34B3526}"/>
              </a:ext>
            </a:extLst>
          </p:cNvPr>
          <p:cNvCxnSpPr>
            <a:cxnSpLocks/>
          </p:cNvCxnSpPr>
          <p:nvPr/>
        </p:nvCxnSpPr>
        <p:spPr>
          <a:xfrm>
            <a:off x="5824383" y="3912541"/>
            <a:ext cx="0" cy="486602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2E30F69-0BB3-55BF-320D-EA76183CB68D}"/>
              </a:ext>
            </a:extLst>
          </p:cNvPr>
          <p:cNvCxnSpPr>
            <a:cxnSpLocks/>
          </p:cNvCxnSpPr>
          <p:nvPr/>
        </p:nvCxnSpPr>
        <p:spPr>
          <a:xfrm flipH="1">
            <a:off x="4893421" y="4390435"/>
            <a:ext cx="934218" cy="911467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582BFA9-E5D6-5D15-B210-CD1A79054322}"/>
              </a:ext>
            </a:extLst>
          </p:cNvPr>
          <p:cNvCxnSpPr>
            <a:cxnSpLocks/>
          </p:cNvCxnSpPr>
          <p:nvPr/>
        </p:nvCxnSpPr>
        <p:spPr>
          <a:xfrm>
            <a:off x="4155729" y="5295546"/>
            <a:ext cx="747216" cy="0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EAF725C6-D9CB-6F4F-5998-C23F200413D7}"/>
              </a:ext>
            </a:extLst>
          </p:cNvPr>
          <p:cNvSpPr/>
          <p:nvPr/>
        </p:nvSpPr>
        <p:spPr>
          <a:xfrm>
            <a:off x="5700589" y="3132247"/>
            <a:ext cx="792986" cy="792985"/>
          </a:xfrm>
          <a:custGeom>
            <a:avLst/>
            <a:gdLst>
              <a:gd name="connsiteX0" fmla="*/ 716652 w 887500"/>
              <a:gd name="connsiteY0" fmla="*/ 887500 h 887499"/>
              <a:gd name="connsiteX1" fmla="*/ 170848 w 887500"/>
              <a:gd name="connsiteY1" fmla="*/ 887500 h 887499"/>
              <a:gd name="connsiteX2" fmla="*/ 0 w 887500"/>
              <a:gd name="connsiteY2" fmla="*/ 716652 h 887499"/>
              <a:gd name="connsiteX3" fmla="*/ 0 w 887500"/>
              <a:gd name="connsiteY3" fmla="*/ 170848 h 887499"/>
              <a:gd name="connsiteX4" fmla="*/ 170848 w 887500"/>
              <a:gd name="connsiteY4" fmla="*/ 0 h 887499"/>
              <a:gd name="connsiteX5" fmla="*/ 716652 w 887500"/>
              <a:gd name="connsiteY5" fmla="*/ 0 h 887499"/>
              <a:gd name="connsiteX6" fmla="*/ 887500 w 887500"/>
              <a:gd name="connsiteY6" fmla="*/ 170848 h 887499"/>
              <a:gd name="connsiteX7" fmla="*/ 887500 w 887500"/>
              <a:gd name="connsiteY7" fmla="*/ 716652 h 887499"/>
              <a:gd name="connsiteX8" fmla="*/ 716652 w 887500"/>
              <a:gd name="connsiteY8" fmla="*/ 887500 h 887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7500" h="887499">
                <a:moveTo>
                  <a:pt x="716652" y="887500"/>
                </a:moveTo>
                <a:lnTo>
                  <a:pt x="170848" y="887500"/>
                </a:lnTo>
                <a:cubicBezTo>
                  <a:pt x="76486" y="887500"/>
                  <a:pt x="0" y="811014"/>
                  <a:pt x="0" y="716652"/>
                </a:cubicBezTo>
                <a:lnTo>
                  <a:pt x="0" y="170848"/>
                </a:lnTo>
                <a:cubicBezTo>
                  <a:pt x="0" y="76486"/>
                  <a:pt x="76486" y="0"/>
                  <a:pt x="170848" y="0"/>
                </a:cubicBezTo>
                <a:lnTo>
                  <a:pt x="716652" y="0"/>
                </a:lnTo>
                <a:cubicBezTo>
                  <a:pt x="811014" y="0"/>
                  <a:pt x="887500" y="76486"/>
                  <a:pt x="887500" y="170848"/>
                </a:cubicBezTo>
                <a:lnTo>
                  <a:pt x="887500" y="716652"/>
                </a:lnTo>
                <a:cubicBezTo>
                  <a:pt x="887500" y="811161"/>
                  <a:pt x="811014" y="887500"/>
                  <a:pt x="716652" y="887500"/>
                </a:cubicBezTo>
                <a:close/>
              </a:path>
            </a:pathLst>
          </a:custGeom>
          <a:noFill/>
          <a:ln w="29303" cap="flat"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50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</a:schemeClr>
                </a:gs>
              </a:gsLst>
              <a:lin ang="17999996" scaled="1"/>
            </a:gra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A5511381-A7DE-1401-CFB3-670FFB057E4D}"/>
              </a:ext>
            </a:extLst>
          </p:cNvPr>
          <p:cNvSpPr/>
          <p:nvPr/>
        </p:nvSpPr>
        <p:spPr>
          <a:xfrm>
            <a:off x="5786211" y="3217869"/>
            <a:ext cx="621741" cy="621742"/>
          </a:xfrm>
          <a:custGeom>
            <a:avLst/>
            <a:gdLst>
              <a:gd name="connsiteX0" fmla="*/ 0 w 695845"/>
              <a:gd name="connsiteY0" fmla="*/ 630642 h 695846"/>
              <a:gd name="connsiteX1" fmla="*/ 0 w 695845"/>
              <a:gd name="connsiteY1" fmla="*/ 65350 h 695846"/>
              <a:gd name="connsiteX2" fmla="*/ 65350 w 695845"/>
              <a:gd name="connsiteY2" fmla="*/ 0 h 695846"/>
              <a:gd name="connsiteX3" fmla="*/ 630496 w 695845"/>
              <a:gd name="connsiteY3" fmla="*/ 0 h 695846"/>
              <a:gd name="connsiteX4" fmla="*/ 695846 w 695845"/>
              <a:gd name="connsiteY4" fmla="*/ 65350 h 695846"/>
              <a:gd name="connsiteX5" fmla="*/ 695846 w 695845"/>
              <a:gd name="connsiteY5" fmla="*/ 630496 h 695846"/>
              <a:gd name="connsiteX6" fmla="*/ 630496 w 695845"/>
              <a:gd name="connsiteY6" fmla="*/ 695846 h 695846"/>
              <a:gd name="connsiteX7" fmla="*/ 65350 w 695845"/>
              <a:gd name="connsiteY7" fmla="*/ 695846 h 695846"/>
              <a:gd name="connsiteX8" fmla="*/ 0 w 695845"/>
              <a:gd name="connsiteY8" fmla="*/ 630642 h 69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5845" h="695846">
                <a:moveTo>
                  <a:pt x="0" y="630642"/>
                </a:moveTo>
                <a:lnTo>
                  <a:pt x="0" y="65350"/>
                </a:lnTo>
                <a:cubicBezTo>
                  <a:pt x="0" y="29305"/>
                  <a:pt x="29305" y="0"/>
                  <a:pt x="65350" y="0"/>
                </a:cubicBezTo>
                <a:lnTo>
                  <a:pt x="630496" y="0"/>
                </a:lnTo>
                <a:cubicBezTo>
                  <a:pt x="666541" y="0"/>
                  <a:pt x="695846" y="29305"/>
                  <a:pt x="695846" y="65350"/>
                </a:cubicBezTo>
                <a:lnTo>
                  <a:pt x="695846" y="630496"/>
                </a:lnTo>
                <a:cubicBezTo>
                  <a:pt x="695846" y="666541"/>
                  <a:pt x="666541" y="695846"/>
                  <a:pt x="630496" y="695846"/>
                </a:cubicBezTo>
                <a:lnTo>
                  <a:pt x="65350" y="695846"/>
                </a:lnTo>
                <a:cubicBezTo>
                  <a:pt x="29158" y="695992"/>
                  <a:pt x="0" y="666687"/>
                  <a:pt x="0" y="63064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53000">
                <a:schemeClr val="accent3">
                  <a:lumMod val="60000"/>
                  <a:lumOff val="40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2700000" scaled="1"/>
            <a:tileRect/>
          </a:gradFill>
          <a:ln w="146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6EB4EDE6-31DE-C9E1-F4D1-5AA078B8274E}"/>
              </a:ext>
            </a:extLst>
          </p:cNvPr>
          <p:cNvSpPr/>
          <p:nvPr/>
        </p:nvSpPr>
        <p:spPr>
          <a:xfrm>
            <a:off x="5894090" y="3381389"/>
            <a:ext cx="405853" cy="294964"/>
          </a:xfrm>
          <a:custGeom>
            <a:avLst/>
            <a:gdLst>
              <a:gd name="connsiteX0" fmla="*/ 138319 w 454226"/>
              <a:gd name="connsiteY0" fmla="*/ 0 h 330120"/>
              <a:gd name="connsiteX1" fmla="*/ 0 w 454226"/>
              <a:gd name="connsiteY1" fmla="*/ 330120 h 330120"/>
              <a:gd name="connsiteX2" fmla="*/ 73849 w 454226"/>
              <a:gd name="connsiteY2" fmla="*/ 330120 h 330120"/>
              <a:gd name="connsiteX3" fmla="*/ 101542 w 454226"/>
              <a:gd name="connsiteY3" fmla="*/ 259349 h 330120"/>
              <a:gd name="connsiteX4" fmla="*/ 245868 w 454226"/>
              <a:gd name="connsiteY4" fmla="*/ 259349 h 330120"/>
              <a:gd name="connsiteX5" fmla="*/ 273562 w 454226"/>
              <a:gd name="connsiteY5" fmla="*/ 330120 h 330120"/>
              <a:gd name="connsiteX6" fmla="*/ 349168 w 454226"/>
              <a:gd name="connsiteY6" fmla="*/ 330120 h 330120"/>
              <a:gd name="connsiteX7" fmla="*/ 209530 w 454226"/>
              <a:gd name="connsiteY7" fmla="*/ 0 h 330120"/>
              <a:gd name="connsiteX8" fmla="*/ 138319 w 454226"/>
              <a:gd name="connsiteY8" fmla="*/ 0 h 330120"/>
              <a:gd name="connsiteX9" fmla="*/ 124400 w 454226"/>
              <a:gd name="connsiteY9" fmla="*/ 201325 h 330120"/>
              <a:gd name="connsiteX10" fmla="*/ 173778 w 454226"/>
              <a:gd name="connsiteY10" fmla="*/ 75460 h 330120"/>
              <a:gd name="connsiteX11" fmla="*/ 223157 w 454226"/>
              <a:gd name="connsiteY11" fmla="*/ 201325 h 330120"/>
              <a:gd name="connsiteX12" fmla="*/ 124400 w 454226"/>
              <a:gd name="connsiteY12" fmla="*/ 201325 h 330120"/>
              <a:gd name="connsiteX13" fmla="*/ 454227 w 454226"/>
              <a:gd name="connsiteY13" fmla="*/ 0 h 330120"/>
              <a:gd name="connsiteX14" fmla="*/ 454227 w 454226"/>
              <a:gd name="connsiteY14" fmla="*/ 330120 h 330120"/>
              <a:gd name="connsiteX15" fmla="*/ 381697 w 454226"/>
              <a:gd name="connsiteY15" fmla="*/ 330120 h 330120"/>
              <a:gd name="connsiteX16" fmla="*/ 381697 w 454226"/>
              <a:gd name="connsiteY16" fmla="*/ 0 h 330120"/>
              <a:gd name="connsiteX17" fmla="*/ 454227 w 454226"/>
              <a:gd name="connsiteY17" fmla="*/ 0 h 33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54226" h="330120">
                <a:moveTo>
                  <a:pt x="138319" y="0"/>
                </a:moveTo>
                <a:lnTo>
                  <a:pt x="0" y="330120"/>
                </a:lnTo>
                <a:lnTo>
                  <a:pt x="73849" y="330120"/>
                </a:lnTo>
                <a:lnTo>
                  <a:pt x="101542" y="259349"/>
                </a:lnTo>
                <a:lnTo>
                  <a:pt x="245868" y="259349"/>
                </a:lnTo>
                <a:lnTo>
                  <a:pt x="273562" y="330120"/>
                </a:lnTo>
                <a:lnTo>
                  <a:pt x="349168" y="330120"/>
                </a:lnTo>
                <a:lnTo>
                  <a:pt x="209530" y="0"/>
                </a:lnTo>
                <a:lnTo>
                  <a:pt x="138319" y="0"/>
                </a:lnTo>
                <a:close/>
                <a:moveTo>
                  <a:pt x="124400" y="201325"/>
                </a:moveTo>
                <a:lnTo>
                  <a:pt x="173778" y="75460"/>
                </a:lnTo>
                <a:lnTo>
                  <a:pt x="223157" y="201325"/>
                </a:lnTo>
                <a:lnTo>
                  <a:pt x="124400" y="201325"/>
                </a:lnTo>
                <a:close/>
                <a:moveTo>
                  <a:pt x="454227" y="0"/>
                </a:moveTo>
                <a:lnTo>
                  <a:pt x="454227" y="330120"/>
                </a:lnTo>
                <a:lnTo>
                  <a:pt x="381697" y="330120"/>
                </a:lnTo>
                <a:lnTo>
                  <a:pt x="381697" y="0"/>
                </a:lnTo>
                <a:lnTo>
                  <a:pt x="454227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4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FF56806-7E19-8979-59C8-15D229605AE2}"/>
              </a:ext>
            </a:extLst>
          </p:cNvPr>
          <p:cNvCxnSpPr>
            <a:cxnSpLocks/>
          </p:cNvCxnSpPr>
          <p:nvPr/>
        </p:nvCxnSpPr>
        <p:spPr>
          <a:xfrm flipV="1">
            <a:off x="7000875" y="1943892"/>
            <a:ext cx="1045369" cy="1053849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5E099F5-A8F4-34DB-35A4-99036B85D76B}"/>
              </a:ext>
            </a:extLst>
          </p:cNvPr>
          <p:cNvCxnSpPr>
            <a:cxnSpLocks/>
          </p:cNvCxnSpPr>
          <p:nvPr/>
        </p:nvCxnSpPr>
        <p:spPr>
          <a:xfrm flipH="1" flipV="1">
            <a:off x="4153348" y="1943892"/>
            <a:ext cx="1045369" cy="1053849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Picture 138" descr="A purple octopus with black background&#10;&#10;AI-generated content may be incorrect.">
            <a:extLst>
              <a:ext uri="{FF2B5EF4-FFF2-40B4-BE49-F238E27FC236}">
                <a16:creationId xmlns:a16="http://schemas.microsoft.com/office/drawing/2014/main" id="{33DE8FD4-E3EA-5A28-6520-36819E9EB2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85" t="5543" r="34123" b="33085"/>
          <a:stretch/>
        </p:blipFill>
        <p:spPr>
          <a:xfrm>
            <a:off x="1098107" y="4824396"/>
            <a:ext cx="267039" cy="265225"/>
          </a:xfrm>
          <a:prstGeom prst="rect">
            <a:avLst/>
          </a:prstGeom>
        </p:spPr>
      </p:pic>
      <p:pic>
        <p:nvPicPr>
          <p:cNvPr id="143" name="Picture 142" descr="A blue square with a black background&#10;&#10;AI-generated content may be incorrect.">
            <a:extLst>
              <a:ext uri="{FF2B5EF4-FFF2-40B4-BE49-F238E27FC236}">
                <a16:creationId xmlns:a16="http://schemas.microsoft.com/office/drawing/2014/main" id="{B03A072A-DCA8-43FD-668B-094C4FCD4B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47" y="5501692"/>
            <a:ext cx="278358" cy="278358"/>
          </a:xfrm>
          <a:prstGeom prst="rect">
            <a:avLst/>
          </a:prstGeom>
        </p:spPr>
      </p:pic>
      <p:pic>
        <p:nvPicPr>
          <p:cNvPr id="147" name="Graphic 146">
            <a:extLst>
              <a:ext uri="{FF2B5EF4-FFF2-40B4-BE49-F238E27FC236}">
                <a16:creationId xmlns:a16="http://schemas.microsoft.com/office/drawing/2014/main" id="{7E3B17DC-5B6A-3FFD-0F97-A758EBC4E66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20671" y="5470685"/>
            <a:ext cx="340372" cy="340372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82C04DCC-FA38-9C93-E67F-ED679FB845D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53182" y="4794451"/>
            <a:ext cx="331750" cy="325115"/>
          </a:xfrm>
          <a:prstGeom prst="rect">
            <a:avLst/>
          </a:prstGeom>
        </p:spPr>
      </p:pic>
      <p:grpSp>
        <p:nvGrpSpPr>
          <p:cNvPr id="155" name="Graphic 152">
            <a:extLst>
              <a:ext uri="{FF2B5EF4-FFF2-40B4-BE49-F238E27FC236}">
                <a16:creationId xmlns:a16="http://schemas.microsoft.com/office/drawing/2014/main" id="{91F514EE-792F-FF0E-7821-C77B58507D48}"/>
              </a:ext>
            </a:extLst>
          </p:cNvPr>
          <p:cNvGrpSpPr/>
          <p:nvPr/>
        </p:nvGrpSpPr>
        <p:grpSpPr>
          <a:xfrm>
            <a:off x="8502930" y="5490021"/>
            <a:ext cx="232254" cy="301700"/>
            <a:chOff x="8519528" y="6148122"/>
            <a:chExt cx="299757" cy="389388"/>
          </a:xfrm>
        </p:grpSpPr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077F4D-2CEF-2035-6F5D-E0137157451E}"/>
                </a:ext>
              </a:extLst>
            </p:cNvPr>
            <p:cNvSpPr/>
            <p:nvPr/>
          </p:nvSpPr>
          <p:spPr>
            <a:xfrm>
              <a:off x="8519528" y="6234655"/>
              <a:ext cx="299757" cy="302855"/>
            </a:xfrm>
            <a:custGeom>
              <a:avLst/>
              <a:gdLst>
                <a:gd name="connsiteX0" fmla="*/ 299757 w 299757"/>
                <a:gd name="connsiteY0" fmla="*/ 0 h 302855"/>
                <a:gd name="connsiteX1" fmla="*/ 149921 w 299757"/>
                <a:gd name="connsiteY1" fmla="*/ 86533 h 302855"/>
                <a:gd name="connsiteX2" fmla="*/ 0 w 299757"/>
                <a:gd name="connsiteY2" fmla="*/ 0 h 302855"/>
                <a:gd name="connsiteX3" fmla="*/ 0 w 299757"/>
                <a:gd name="connsiteY3" fmla="*/ 173066 h 302855"/>
                <a:gd name="connsiteX4" fmla="*/ 74960 w 299757"/>
                <a:gd name="connsiteY4" fmla="*/ 216301 h 302855"/>
                <a:gd name="connsiteX5" fmla="*/ 74960 w 299757"/>
                <a:gd name="connsiteY5" fmla="*/ 302856 h 302855"/>
                <a:gd name="connsiteX6" fmla="*/ 299757 w 299757"/>
                <a:gd name="connsiteY6" fmla="*/ 173066 h 302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757" h="302855">
                  <a:moveTo>
                    <a:pt x="299757" y="0"/>
                  </a:moveTo>
                  <a:lnTo>
                    <a:pt x="149921" y="86533"/>
                  </a:lnTo>
                  <a:lnTo>
                    <a:pt x="0" y="0"/>
                  </a:lnTo>
                  <a:lnTo>
                    <a:pt x="0" y="173066"/>
                  </a:lnTo>
                  <a:lnTo>
                    <a:pt x="74960" y="216301"/>
                  </a:lnTo>
                  <a:lnTo>
                    <a:pt x="74960" y="302856"/>
                  </a:lnTo>
                  <a:lnTo>
                    <a:pt x="299757" y="173066"/>
                  </a:lnTo>
                  <a:close/>
                </a:path>
              </a:pathLst>
            </a:custGeom>
            <a:solidFill>
              <a:srgbClr val="EF6C00"/>
            </a:solidFill>
            <a:ln w="2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57" name="Graphic 152">
              <a:extLst>
                <a:ext uri="{FF2B5EF4-FFF2-40B4-BE49-F238E27FC236}">
                  <a16:creationId xmlns:a16="http://schemas.microsoft.com/office/drawing/2014/main" id="{C75F3A41-DE43-413E-E529-C9E1B3A481C0}"/>
                </a:ext>
              </a:extLst>
            </p:cNvPr>
            <p:cNvGrpSpPr/>
            <p:nvPr/>
          </p:nvGrpSpPr>
          <p:grpSpPr>
            <a:xfrm>
              <a:off x="8519528" y="6148122"/>
              <a:ext cx="299757" cy="174141"/>
              <a:chOff x="8519528" y="6148122"/>
              <a:chExt cx="299757" cy="174141"/>
            </a:xfrm>
            <a:solidFill>
              <a:srgbClr val="FF9800"/>
            </a:solidFill>
          </p:grpSpPr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EAA6539E-0F1E-FD0A-70D2-8DACCDFDDABF}"/>
                  </a:ext>
                </a:extLst>
              </p:cNvPr>
              <p:cNvSpPr/>
              <p:nvPr/>
            </p:nvSpPr>
            <p:spPr>
              <a:xfrm>
                <a:off x="8519528" y="6148122"/>
                <a:ext cx="299757" cy="173066"/>
              </a:xfrm>
              <a:custGeom>
                <a:avLst/>
                <a:gdLst>
                  <a:gd name="connsiteX0" fmla="*/ 149921 w 299757"/>
                  <a:gd name="connsiteY0" fmla="*/ 173066 h 173066"/>
                  <a:gd name="connsiteX1" fmla="*/ 0 w 299757"/>
                  <a:gd name="connsiteY1" fmla="*/ 86533 h 173066"/>
                  <a:gd name="connsiteX2" fmla="*/ 149921 w 299757"/>
                  <a:gd name="connsiteY2" fmla="*/ 0 h 173066"/>
                  <a:gd name="connsiteX3" fmla="*/ 299757 w 299757"/>
                  <a:gd name="connsiteY3" fmla="*/ 86533 h 173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757" h="173066">
                    <a:moveTo>
                      <a:pt x="149921" y="173066"/>
                    </a:moveTo>
                    <a:lnTo>
                      <a:pt x="0" y="86533"/>
                    </a:lnTo>
                    <a:lnTo>
                      <a:pt x="149921" y="0"/>
                    </a:lnTo>
                    <a:lnTo>
                      <a:pt x="299757" y="86533"/>
                    </a:lnTo>
                    <a:close/>
                  </a:path>
                </a:pathLst>
              </a:custGeom>
              <a:solidFill>
                <a:srgbClr val="FF9800"/>
              </a:solidFill>
              <a:ln w="2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B835825-3E2D-679B-1040-09D771C9E406}"/>
                  </a:ext>
                </a:extLst>
              </p:cNvPr>
              <p:cNvSpPr/>
              <p:nvPr/>
            </p:nvSpPr>
            <p:spPr>
              <a:xfrm>
                <a:off x="8519528" y="6232568"/>
                <a:ext cx="299757" cy="88620"/>
              </a:xfrm>
              <a:custGeom>
                <a:avLst/>
                <a:gdLst>
                  <a:gd name="connsiteX0" fmla="*/ 147265 w 299757"/>
                  <a:gd name="connsiteY0" fmla="*/ 85985 h 88620"/>
                  <a:gd name="connsiteX1" fmla="*/ 949 w 299757"/>
                  <a:gd name="connsiteY1" fmla="*/ 1518 h 88620"/>
                  <a:gd name="connsiteX2" fmla="*/ 0 w 299757"/>
                  <a:gd name="connsiteY2" fmla="*/ 2087 h 88620"/>
                  <a:gd name="connsiteX3" fmla="*/ 149921 w 299757"/>
                  <a:gd name="connsiteY3" fmla="*/ 88620 h 88620"/>
                  <a:gd name="connsiteX4" fmla="*/ 299757 w 299757"/>
                  <a:gd name="connsiteY4" fmla="*/ 2087 h 88620"/>
                  <a:gd name="connsiteX5" fmla="*/ 296237 w 299757"/>
                  <a:gd name="connsiteY5" fmla="*/ 0 h 88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757" h="88620">
                    <a:moveTo>
                      <a:pt x="147265" y="85985"/>
                    </a:moveTo>
                    <a:lnTo>
                      <a:pt x="949" y="1518"/>
                    </a:lnTo>
                    <a:lnTo>
                      <a:pt x="0" y="2087"/>
                    </a:lnTo>
                    <a:lnTo>
                      <a:pt x="149921" y="88620"/>
                    </a:lnTo>
                    <a:lnTo>
                      <a:pt x="299757" y="2087"/>
                    </a:lnTo>
                    <a:lnTo>
                      <a:pt x="296237" y="0"/>
                    </a:lnTo>
                    <a:close/>
                  </a:path>
                </a:pathLst>
              </a:custGeom>
              <a:solidFill>
                <a:srgbClr val="FF9800"/>
              </a:solidFill>
              <a:ln w="2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0CF7EBE7-9971-9B4B-C540-EF11AE6C0AEE}"/>
                  </a:ext>
                </a:extLst>
              </p:cNvPr>
              <p:cNvSpPr/>
              <p:nvPr/>
            </p:nvSpPr>
            <p:spPr>
              <a:xfrm>
                <a:off x="8519528" y="6235161"/>
                <a:ext cx="149920" cy="87102"/>
              </a:xfrm>
              <a:custGeom>
                <a:avLst/>
                <a:gdLst>
                  <a:gd name="connsiteX0" fmla="*/ 149921 w 149920"/>
                  <a:gd name="connsiteY0" fmla="*/ 87102 h 87102"/>
                  <a:gd name="connsiteX1" fmla="*/ 149921 w 149920"/>
                  <a:gd name="connsiteY1" fmla="*/ 86027 h 87102"/>
                  <a:gd name="connsiteX2" fmla="*/ 949 w 149920"/>
                  <a:gd name="connsiteY2" fmla="*/ 0 h 87102"/>
                  <a:gd name="connsiteX3" fmla="*/ 0 w 149920"/>
                  <a:gd name="connsiteY3" fmla="*/ 569 h 8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920" h="87102">
                    <a:moveTo>
                      <a:pt x="149921" y="87102"/>
                    </a:moveTo>
                    <a:lnTo>
                      <a:pt x="149921" y="86027"/>
                    </a:lnTo>
                    <a:lnTo>
                      <a:pt x="949" y="0"/>
                    </a:lnTo>
                    <a:lnTo>
                      <a:pt x="0" y="569"/>
                    </a:lnTo>
                    <a:close/>
                  </a:path>
                </a:pathLst>
              </a:custGeom>
              <a:solidFill>
                <a:srgbClr val="FF9800"/>
              </a:solidFill>
              <a:ln w="21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pic>
        <p:nvPicPr>
          <p:cNvPr id="163" name="Graphic 162">
            <a:extLst>
              <a:ext uri="{FF2B5EF4-FFF2-40B4-BE49-F238E27FC236}">
                <a16:creationId xmlns:a16="http://schemas.microsoft.com/office/drawing/2014/main" id="{F2BA042C-1392-6117-783C-369696062F7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32825" y="5495408"/>
            <a:ext cx="290927" cy="290927"/>
          </a:xfrm>
          <a:prstGeom prst="rect">
            <a:avLst/>
          </a:prstGeom>
        </p:spPr>
      </p:pic>
      <p:pic>
        <p:nvPicPr>
          <p:cNvPr id="5" name="Picture 4" descr="A black feather on a black background&#10;&#10;AI-generated content may be incorrect.">
            <a:extLst>
              <a:ext uri="{FF2B5EF4-FFF2-40B4-BE49-F238E27FC236}">
                <a16:creationId xmlns:a16="http://schemas.microsoft.com/office/drawing/2014/main" id="{30C46B40-CD49-511D-5BEE-E6CBDC5E543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852" y="2936267"/>
            <a:ext cx="218523" cy="368757"/>
          </a:xfrm>
          <a:prstGeom prst="rect">
            <a:avLst/>
          </a:prstGeom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3845A778-BA23-B9E5-58C7-52266E073FE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755" y="4818509"/>
            <a:ext cx="289876" cy="281947"/>
          </a:xfrm>
          <a:prstGeom prst="rect">
            <a:avLst/>
          </a:prstGeom>
        </p:spPr>
      </p:pic>
      <p:pic>
        <p:nvPicPr>
          <p:cNvPr id="11" name="Picture 10" descr="A black and white symbol&#10;&#10;AI-generated content may be incorrect.">
            <a:extLst>
              <a:ext uri="{FF2B5EF4-FFF2-40B4-BE49-F238E27FC236}">
                <a16:creationId xmlns:a16="http://schemas.microsoft.com/office/drawing/2014/main" id="{A707AF71-7B87-41A1-B8F7-778F1A26386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309" y="4807029"/>
            <a:ext cx="301566" cy="301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50D03C-65CD-3394-FDAD-B957AF7C0BDA}"/>
              </a:ext>
            </a:extLst>
          </p:cNvPr>
          <p:cNvSpPr txBox="1"/>
          <p:nvPr/>
        </p:nvSpPr>
        <p:spPr>
          <a:xfrm>
            <a:off x="3790075" y="455060"/>
            <a:ext cx="4611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rPr>
              <a:t>AI Tools We Use</a:t>
            </a:r>
            <a:endParaRPr lang="en-IN" sz="40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33D103-E8CC-CE5D-80FB-356869BF5876}"/>
              </a:ext>
            </a:extLst>
          </p:cNvPr>
          <p:cNvSpPr txBox="1"/>
          <p:nvPr/>
        </p:nvSpPr>
        <p:spPr>
          <a:xfrm>
            <a:off x="5106787" y="1104824"/>
            <a:ext cx="1978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PowerPoint Template</a:t>
            </a:r>
            <a:endParaRPr lang="en-IN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882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90FE32-2440-8584-8A4A-9743DAB991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726" y="5676900"/>
            <a:ext cx="3419475" cy="68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343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#mg8">
      <a:dk1>
        <a:sysClr val="windowText" lastClr="000000"/>
      </a:dk1>
      <a:lt1>
        <a:sysClr val="window" lastClr="FFFFFF"/>
      </a:lt1>
      <a:dk2>
        <a:srgbClr val="2D3847"/>
      </a:dk2>
      <a:lt2>
        <a:srgbClr val="E7E6E6"/>
      </a:lt2>
      <a:accent1>
        <a:srgbClr val="8AC9C5"/>
      </a:accent1>
      <a:accent2>
        <a:srgbClr val="6AABAB"/>
      </a:accent2>
      <a:accent3>
        <a:srgbClr val="35596C"/>
      </a:accent3>
      <a:accent4>
        <a:srgbClr val="66517B"/>
      </a:accent4>
      <a:accent5>
        <a:srgbClr val="EC6266"/>
      </a:accent5>
      <a:accent6>
        <a:srgbClr val="F79B80"/>
      </a:accent6>
      <a:hlink>
        <a:srgbClr val="0563C1"/>
      </a:hlink>
      <a:folHlink>
        <a:srgbClr val="954F72"/>
      </a:folHlink>
    </a:clrScheme>
    <a:fontScheme name="Custom 119">
      <a:majorFont>
        <a:latin typeface="Oxanium Medium"/>
        <a:ea typeface=""/>
        <a:cs typeface=""/>
      </a:majorFont>
      <a:minorFont>
        <a:latin typeface="Oxan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1984</TotalTime>
  <Words>78</Words>
  <Application>Microsoft Office PowerPoint</Application>
  <PresentationFormat>Widescreen</PresentationFormat>
  <Paragraphs>46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Nizamudheen</dc:creator>
  <cp:lastModifiedBy>Nizamudheen</cp:lastModifiedBy>
  <cp:revision>13</cp:revision>
  <dcterms:created xsi:type="dcterms:W3CDTF">2024-11-11T05:16:31Z</dcterms:created>
  <dcterms:modified xsi:type="dcterms:W3CDTF">2025-05-30T05:16:37Z</dcterms:modified>
</cp:coreProperties>
</file>